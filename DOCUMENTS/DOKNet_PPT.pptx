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7"/>
  </p:notesMasterIdLst>
  <p:sldIdLst>
    <p:sldId id="256" r:id="rId2"/>
    <p:sldId id="261" r:id="rId3"/>
    <p:sldId id="258" r:id="rId4"/>
    <p:sldId id="264" r:id="rId5"/>
    <p:sldId id="296" r:id="rId6"/>
    <p:sldId id="300" r:id="rId7"/>
    <p:sldId id="297" r:id="rId8"/>
    <p:sldId id="298" r:id="rId9"/>
    <p:sldId id="277" r:id="rId10"/>
    <p:sldId id="299" r:id="rId11"/>
    <p:sldId id="259" r:id="rId12"/>
    <p:sldId id="262" r:id="rId13"/>
    <p:sldId id="263" r:id="rId14"/>
    <p:sldId id="266" r:id="rId15"/>
    <p:sldId id="267" r:id="rId1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Epilogue" panose="020B0604020202020204" charset="-18"/>
      <p:regular r:id="rId22"/>
      <p:bold r:id="rId23"/>
      <p:italic r:id="rId24"/>
      <p:boldItalic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Nunito Light" pitchFamily="2" charset="-18"/>
      <p:regular r:id="rId30"/>
      <p:italic r:id="rId31"/>
    </p:embeddedFont>
    <p:embeddedFont>
      <p:font typeface="PT Sans" panose="020B0503020203020204" pitchFamily="34" charset="-18"/>
      <p:regular r:id="rId32"/>
      <p:bold r:id="rId33"/>
      <p:italic r:id="rId34"/>
      <p:boldItalic r:id="rId35"/>
    </p:embeddedFont>
    <p:embeddedFont>
      <p:font typeface="Raleway" pitchFamily="2" charset="-18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B1E3F"/>
    <a:srgbClr val="3536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5F94D2-475C-4E97-AE6A-90418FDFCD71}">
  <a:tblStyle styleId="{A35F94D2-475C-4E97-AE6A-90418FDFCD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6C1935D-10A6-4633-900C-5C10F3A0DAB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94007" autoAdjust="0"/>
  </p:normalViewPr>
  <p:slideViewPr>
    <p:cSldViewPr snapToGrid="0">
      <p:cViewPr varScale="1">
        <p:scale>
          <a:sx n="138" d="100"/>
          <a:sy n="138" d="100"/>
        </p:scale>
        <p:origin x="696" y="-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2000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3587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5191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33443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2935051597d_0_40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2935051597d_0_405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0558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1515196" y="4121356"/>
            <a:ext cx="3953580" cy="192177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"/>
          <p:cNvSpPr txBox="1">
            <a:spLocks noGrp="1"/>
          </p:cNvSpPr>
          <p:nvPr>
            <p:ph type="subTitle" idx="1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subTitle" idx="2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subTitle" idx="3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4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8" name="Google Shape;118;p5"/>
          <p:cNvSpPr/>
          <p:nvPr/>
        </p:nvSpPr>
        <p:spPr>
          <a:xfrm rot="5551952">
            <a:off x="-721531" y="4084618"/>
            <a:ext cx="2053998" cy="17652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5"/>
          <p:cNvSpPr/>
          <p:nvPr/>
        </p:nvSpPr>
        <p:spPr>
          <a:xfrm rot="-460685">
            <a:off x="-850641" y="-888875"/>
            <a:ext cx="2082611" cy="168399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5"/>
          <p:cNvSpPr/>
          <p:nvPr/>
        </p:nvSpPr>
        <p:spPr>
          <a:xfrm rot="3259731">
            <a:off x="7063135" y="-804478"/>
            <a:ext cx="3168421" cy="25619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"/>
          <p:cNvSpPr/>
          <p:nvPr/>
        </p:nvSpPr>
        <p:spPr>
          <a:xfrm rot="-9076707">
            <a:off x="85462" y="-755109"/>
            <a:ext cx="1683799" cy="1313891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24" name="Google Shape;124;p6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25" name="Google Shape;125;p6"/>
            <p:cNvSpPr/>
            <p:nvPr/>
          </p:nvSpPr>
          <p:spPr>
            <a:xfrm>
              <a:off x="6108096" y="3265836"/>
              <a:ext cx="1633727" cy="230504"/>
            </a:xfrm>
            <a:custGeom>
              <a:avLst/>
              <a:gdLst/>
              <a:ahLst/>
              <a:cxnLst/>
              <a:rect l="l" t="t" r="r" b="b"/>
              <a:pathLst>
                <a:path w="1633727" h="230504" extrusionOk="0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528381" y="3292292"/>
              <a:ext cx="166485" cy="165854"/>
            </a:xfrm>
            <a:custGeom>
              <a:avLst/>
              <a:gdLst/>
              <a:ahLst/>
              <a:cxnLst/>
              <a:rect l="l" t="t" r="r" b="b"/>
              <a:pathLst>
                <a:path w="166485" h="165854" extrusionOk="0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475124" y="3290220"/>
              <a:ext cx="7620" cy="174307"/>
            </a:xfrm>
            <a:custGeom>
              <a:avLst/>
              <a:gdLst/>
              <a:ahLst/>
              <a:cxnLst/>
              <a:rect l="l" t="t" r="r" b="b"/>
              <a:pathLst>
                <a:path w="7620" h="174307" extrusionOk="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 rot="532502" flipH="1">
            <a:off x="-514115" y="4385276"/>
            <a:ext cx="1514959" cy="122499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29" name="Google Shape;129;p6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30" name="Google Shape;130;p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6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6"/>
          <p:cNvSpPr/>
          <p:nvPr/>
        </p:nvSpPr>
        <p:spPr>
          <a:xfrm rot="5844200">
            <a:off x="8030548" y="2339312"/>
            <a:ext cx="2404301" cy="131859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1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4" name="Google Shape;164;p11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11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11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11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68" name="Google Shape;168;p11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69" name="Google Shape;169;p11"/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p11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72" name="Google Shape;172;p11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75" name="Google Shape;175;p11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11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11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8" name="Google Shape;178;p11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79" name="Google Shape;179;p11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80" name="Google Shape;180;p11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1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1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11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1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1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11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11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11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11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0" name="Google Shape;190;p11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91" name="Google Shape;191;p11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11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11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11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11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11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11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11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11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11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1" name="Google Shape;201;p11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202" name="Google Shape;202;p11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1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11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11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11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11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11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11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0" name="Google Shape;210;p11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" name="Google Shape;212;p11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213" name="Google Shape;213;p11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214" name="Google Shape;214;p11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11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1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1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8" name="Google Shape;218;p11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219" name="Google Shape;219;p11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220" name="Google Shape;220;p11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" name="Google Shape;221;p11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" name="Google Shape;222;p11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3" name="Google Shape;223;p11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224" name="Google Shape;224;p11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11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" name="Google Shape;226;p11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227" name="Google Shape;227;p11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11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11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30" name="Google Shape;230;p11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231" name="Google Shape;231;p11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" name="Google Shape;232;p11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233" name="Google Shape;233;p11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234" name="Google Shape;234;p11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11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6" name="Google Shape;236;p11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237" name="Google Shape;237;p11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" name="Google Shape;238;p11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title" idx="2" hasCustomPrompt="1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3" hasCustomPrompt="1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6" hasCustomPrompt="1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7" hasCustomPrompt="1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8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ubTitle" idx="9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13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4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15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4" name="Google Shape;254;p13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13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56" name="Google Shape;256;p1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57" name="Google Shape;257;p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58" name="Google Shape;258;p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9" name="Google Shape;259;p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60" name="Google Shape;260;p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3" name="Google Shape;263;p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" name="Google Shape;265;p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66" name="Google Shape;266;p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67" name="Google Shape;267;p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" name="Google Shape;269;p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0" name="Google Shape;270;p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2" name="Google Shape;272;p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3" name="Google Shape;273;p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75" name="Google Shape;275;p13"/>
          <p:cNvSpPr/>
          <p:nvPr/>
        </p:nvSpPr>
        <p:spPr>
          <a:xfrm>
            <a:off x="62832" y="4828541"/>
            <a:ext cx="734045" cy="45268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3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77" name="Google Shape;277;p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8" name="Google Shape;278;p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79" name="Google Shape;279;p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2" name="Google Shape;282;p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83" name="Google Shape;283;p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" name="Google Shape;284;p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7" name="Google Shape;287;p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88" name="Google Shape;288;p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0" name="Google Shape;290;p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91" name="Google Shape;291;p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3" name="Google Shape;293;p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94" name="Google Shape;294;p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6" name="Google Shape;296;p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97" name="Google Shape;297;p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" name="Google Shape;299;p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" name="Google Shape;300;p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" name="Google Shape;302;p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3" name="Google Shape;303;p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5" name="Google Shape;305;p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6" name="Google Shape;306;p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" name="Google Shape;308;p13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09" name="Google Shape;309;p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10" name="Google Shape;310;p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1" name="Google Shape;311;p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12" name="Google Shape;312;p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3" name="Google Shape;323;p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5" name="Google Shape;325;p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6" name="Google Shape;326;p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7" name="Google Shape;327;p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3" name="Google Shape;333;p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34" name="Google Shape;334;p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8" name="Google Shape;338;p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40" name="Google Shape;340;p13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4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>
            <a:spLocks noGrp="1"/>
          </p:cNvSpPr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5"/>
          <p:cNvSpPr txBox="1">
            <a:spLocks noGrp="1"/>
          </p:cNvSpPr>
          <p:nvPr>
            <p:ph type="subTitle" idx="1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58" name="Google Shape;358;p15"/>
          <p:cNvSpPr/>
          <p:nvPr/>
        </p:nvSpPr>
        <p:spPr>
          <a:xfrm rot="9076707" flipH="1">
            <a:off x="7972821" y="-586852"/>
            <a:ext cx="1683799" cy="167281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59" name="Google Shape;359;p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" name="Google Shape;360;p15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6" name="Google Shape;366;p15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9" name="Google Shape;369;p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70" name="Google Shape;370;p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5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74" name="Google Shape;374;p15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76" name="Google Shape;376;p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77" name="Google Shape;377;p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78" name="Google Shape;378;p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0" name="Google Shape;380;p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81" name="Google Shape;381;p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3" name="Google Shape;383;p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84" name="Google Shape;384;p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6" name="Google Shape;386;p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 rot="5400000" flipH="1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90" name="Google Shape;390;p15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/>
          <p:nvPr/>
        </p:nvSpPr>
        <p:spPr>
          <a:xfrm rot="-532595">
            <a:off x="7984139" y="4422751"/>
            <a:ext cx="1661199" cy="13432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4" name="Google Shape;394;p15"/>
          <p:cNvSpPr/>
          <p:nvPr/>
        </p:nvSpPr>
        <p:spPr>
          <a:xfrm rot="-5145822" flipH="1">
            <a:off x="-1235221" y="72085"/>
            <a:ext cx="2404292" cy="131859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6"/>
          <p:cNvSpPr txBox="1">
            <a:spLocks noGrp="1"/>
          </p:cNvSpPr>
          <p:nvPr>
            <p:ph type="subTitle" idx="1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6"/>
          <p:cNvSpPr txBox="1">
            <a:spLocks noGrp="1"/>
          </p:cNvSpPr>
          <p:nvPr>
            <p:ph type="subTitle" idx="2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16"/>
          <p:cNvSpPr txBox="1">
            <a:spLocks noGrp="1"/>
          </p:cNvSpPr>
          <p:nvPr>
            <p:ph type="subTitle" idx="3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16"/>
          <p:cNvSpPr txBox="1">
            <a:spLocks noGrp="1"/>
          </p:cNvSpPr>
          <p:nvPr>
            <p:ph type="subTitle" idx="4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1" name="Google Shape;401;p16"/>
          <p:cNvSpPr txBox="1">
            <a:spLocks noGrp="1"/>
          </p:cNvSpPr>
          <p:nvPr>
            <p:ph type="subTitle" idx="5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6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3" name="Google Shape;403;p16"/>
          <p:cNvSpPr/>
          <p:nvPr/>
        </p:nvSpPr>
        <p:spPr>
          <a:xfrm rot="8800738" flipH="1">
            <a:off x="7902412" y="4181666"/>
            <a:ext cx="1680262" cy="1358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4" name="Google Shape;404;p16"/>
          <p:cNvSpPr/>
          <p:nvPr/>
        </p:nvSpPr>
        <p:spPr>
          <a:xfrm rot="-8942362" flipH="1">
            <a:off x="-983149" y="4040244"/>
            <a:ext cx="2474148" cy="2000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5" name="Google Shape;405;p16"/>
          <p:cNvSpPr/>
          <p:nvPr/>
        </p:nvSpPr>
        <p:spPr>
          <a:xfrm rot="1554271" flipH="1">
            <a:off x="7563507" y="-664049"/>
            <a:ext cx="2112334" cy="200257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6" name="Google Shape;406;p16"/>
          <p:cNvSpPr/>
          <p:nvPr/>
        </p:nvSpPr>
        <p:spPr>
          <a:xfrm>
            <a:off x="62825" y="1725386"/>
            <a:ext cx="606206" cy="37384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6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408" name="Google Shape;408;p1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409" name="Google Shape;409;p16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410" name="Google Shape;410;p1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1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1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3" name="Google Shape;413;p16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414" name="Google Shape;414;p1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1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1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1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" name="Google Shape;418;p1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419" name="Google Shape;419;p1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1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" name="Google Shape;421;p16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22" name="Google Shape;422;p1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1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" name="Google Shape;424;p16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25" name="Google Shape;425;p1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1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27" name="Google Shape;427;p1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28" name="Google Shape;428;p1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0" name="Google Shape;430;p1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31" name="Google Shape;431;p1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1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3" name="Google Shape;433;p1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434" name="Google Shape;434;p1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5" name="Google Shape;435;p1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36" name="Google Shape;436;p16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437" name="Google Shape;437;p1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" name="Google Shape;439;p16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440" name="Google Shape;440;p1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441" name="Google Shape;441;p1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2" name="Google Shape;442;p1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443" name="Google Shape;443;p1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1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1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1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1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9" name="Google Shape;449;p1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450" name="Google Shape;450;p1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4" name="Google Shape;454;p1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456" name="Google Shape;456;p1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" name="Google Shape;457;p1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458" name="Google Shape;458;p1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1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1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1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1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1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4" name="Google Shape;464;p1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1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0" name="Google Shape;470;p16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471" name="Google Shape;471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6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475" name="Google Shape;475;p1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476" name="Google Shape;476;p1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8" name="Google Shape;478;p16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6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480" name="Google Shape;480;p16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482" name="Google Shape;482;p1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483" name="Google Shape;483;p1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484" name="Google Shape;484;p1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1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6" name="Google Shape;486;p1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487" name="Google Shape;487;p1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" name="Google Shape;489;p1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490" name="Google Shape;490;p1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1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2" name="Google Shape;492;p1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5" name="Google Shape;495;p16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496" name="Google Shape;496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17"/>
          <p:cNvSpPr txBox="1">
            <a:spLocks noGrp="1"/>
          </p:cNvSpPr>
          <p:nvPr>
            <p:ph type="subTitle" idx="1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17"/>
          <p:cNvSpPr txBox="1">
            <a:spLocks noGrp="1"/>
          </p:cNvSpPr>
          <p:nvPr>
            <p:ph type="subTitle" idx="2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3" name="Google Shape;503;p17"/>
          <p:cNvSpPr txBox="1">
            <a:spLocks noGrp="1"/>
          </p:cNvSpPr>
          <p:nvPr>
            <p:ph type="subTitle" idx="3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17"/>
          <p:cNvSpPr txBox="1">
            <a:spLocks noGrp="1"/>
          </p:cNvSpPr>
          <p:nvPr>
            <p:ph type="subTitle" idx="4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17"/>
          <p:cNvSpPr txBox="1">
            <a:spLocks noGrp="1"/>
          </p:cNvSpPr>
          <p:nvPr>
            <p:ph type="subTitle" idx="5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6" name="Google Shape;506;p17"/>
          <p:cNvSpPr txBox="1">
            <a:spLocks noGrp="1"/>
          </p:cNvSpPr>
          <p:nvPr>
            <p:ph type="subTitle" idx="6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7" name="Google Shape;507;p17"/>
          <p:cNvSpPr txBox="1">
            <a:spLocks noGrp="1"/>
          </p:cNvSpPr>
          <p:nvPr>
            <p:ph type="subTitle" idx="7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8" name="Google Shape;508;p17"/>
          <p:cNvSpPr txBox="1">
            <a:spLocks noGrp="1"/>
          </p:cNvSpPr>
          <p:nvPr>
            <p:ph type="subTitle" idx="8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9" name="Google Shape;509;p17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0" name="Google Shape;510;p17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11" name="Google Shape;511;p1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512" name="Google Shape;512;p1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513" name="Google Shape;513;p1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6" name="Google Shape;516;p1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17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518" name="Google Shape;518;p1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519" name="Google Shape;519;p1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0" name="Google Shape;520;p1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521" name="Google Shape;521;p1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4" name="Google Shape;524;p1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525" name="Google Shape;525;p1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6" name="Google Shape;526;p1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527" name="Google Shape;527;p1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528" name="Google Shape;528;p1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1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0" name="Google Shape;530;p1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531" name="Google Shape;531;p1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2" name="Google Shape;532;p1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3" name="Google Shape;533;p1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534" name="Google Shape;534;p1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1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8"/>
          <p:cNvSpPr txBox="1">
            <a:spLocks noGrp="1"/>
          </p:cNvSpPr>
          <p:nvPr>
            <p:ph type="subTitle" idx="1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8"/>
          <p:cNvSpPr txBox="1">
            <a:spLocks noGrp="1"/>
          </p:cNvSpPr>
          <p:nvPr>
            <p:ph type="subTitle" idx="2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0" name="Google Shape;540;p18"/>
          <p:cNvSpPr txBox="1">
            <a:spLocks noGrp="1"/>
          </p:cNvSpPr>
          <p:nvPr>
            <p:ph type="subTitle" idx="3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1" name="Google Shape;541;p18"/>
          <p:cNvSpPr txBox="1">
            <a:spLocks noGrp="1"/>
          </p:cNvSpPr>
          <p:nvPr>
            <p:ph type="subTitle" idx="4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8"/>
          <p:cNvSpPr txBox="1">
            <a:spLocks noGrp="1"/>
          </p:cNvSpPr>
          <p:nvPr>
            <p:ph type="subTitle" idx="5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18"/>
          <p:cNvSpPr txBox="1">
            <a:spLocks noGrp="1"/>
          </p:cNvSpPr>
          <p:nvPr>
            <p:ph type="subTitle" idx="6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18"/>
          <p:cNvSpPr txBox="1">
            <a:spLocks noGrp="1"/>
          </p:cNvSpPr>
          <p:nvPr>
            <p:ph type="subTitle" idx="7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5" name="Google Shape;545;p18"/>
          <p:cNvSpPr txBox="1">
            <a:spLocks noGrp="1"/>
          </p:cNvSpPr>
          <p:nvPr>
            <p:ph type="subTitle" idx="8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6" name="Google Shape;546;p18"/>
          <p:cNvSpPr txBox="1">
            <a:spLocks noGrp="1"/>
          </p:cNvSpPr>
          <p:nvPr>
            <p:ph type="subTitle" idx="9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7" name="Google Shape;547;p18"/>
          <p:cNvSpPr txBox="1">
            <a:spLocks noGrp="1"/>
          </p:cNvSpPr>
          <p:nvPr>
            <p:ph type="subTitle" idx="13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8" name="Google Shape;548;p18"/>
          <p:cNvSpPr txBox="1">
            <a:spLocks noGrp="1"/>
          </p:cNvSpPr>
          <p:nvPr>
            <p:ph type="subTitle" idx="14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9" name="Google Shape;549;p18"/>
          <p:cNvSpPr txBox="1">
            <a:spLocks noGrp="1"/>
          </p:cNvSpPr>
          <p:nvPr>
            <p:ph type="subTitle" idx="15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0" name="Google Shape;550;p18"/>
          <p:cNvSpPr/>
          <p:nvPr/>
        </p:nvSpPr>
        <p:spPr>
          <a:xfrm rot="-3263452" flipH="1">
            <a:off x="7372110" y="40383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1" name="Google Shape;551;p18"/>
          <p:cNvSpPr/>
          <p:nvPr/>
        </p:nvSpPr>
        <p:spPr>
          <a:xfrm rot="531647" flipH="1">
            <a:off x="-1621232" y="4095570"/>
            <a:ext cx="2581069" cy="208704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2" name="Google Shape;552;p18"/>
          <p:cNvSpPr/>
          <p:nvPr/>
        </p:nvSpPr>
        <p:spPr>
          <a:xfrm rot="460658" flipH="1">
            <a:off x="7344116" y="-1448948"/>
            <a:ext cx="3053845" cy="246933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53" name="Google Shape;553;p18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554" name="Google Shape;554;p18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555" name="Google Shape;555;p18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7" name="Google Shape;557;p18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558" name="Google Shape;558;p18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18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18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18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2" name="Google Shape;562;p18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563" name="Google Shape;563;p18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564" name="Google Shape;564;p18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18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66" name="Google Shape;566;p18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567" name="Google Shape;567;p18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8" name="Google Shape;568;p18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9" name="Google Shape;569;p18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0" name="Google Shape;570;p18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1" name="Google Shape;571;p18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2" name="Google Shape;572;p18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573" name="Google Shape;573;p18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574" name="Google Shape;574;p18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18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6" name="Google Shape;576;p18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9"/>
          <p:cNvSpPr txBox="1">
            <a:spLocks noGrp="1"/>
          </p:cNvSpPr>
          <p:nvPr>
            <p:ph type="title" hasCustomPrompt="1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19"/>
          <p:cNvSpPr txBox="1">
            <a:spLocks noGrp="1"/>
          </p:cNvSpPr>
          <p:nvPr>
            <p:ph type="subTitle" idx="1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0" name="Google Shape;580;p19"/>
          <p:cNvSpPr txBox="1">
            <a:spLocks noGrp="1"/>
          </p:cNvSpPr>
          <p:nvPr>
            <p:ph type="title" idx="2" hasCustomPrompt="1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1" name="Google Shape;581;p19"/>
          <p:cNvSpPr txBox="1">
            <a:spLocks noGrp="1"/>
          </p:cNvSpPr>
          <p:nvPr>
            <p:ph type="subTitle" idx="3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2" name="Google Shape;582;p19"/>
          <p:cNvSpPr txBox="1">
            <a:spLocks noGrp="1"/>
          </p:cNvSpPr>
          <p:nvPr>
            <p:ph type="title" idx="4" hasCustomPrompt="1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3" name="Google Shape;583;p19"/>
          <p:cNvSpPr txBox="1">
            <a:spLocks noGrp="1"/>
          </p:cNvSpPr>
          <p:nvPr>
            <p:ph type="subTitle" idx="5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4" name="Google Shape;584;p19"/>
          <p:cNvSpPr/>
          <p:nvPr/>
        </p:nvSpPr>
        <p:spPr>
          <a:xfrm rot="-5710536">
            <a:off x="-1869285" y="3438573"/>
            <a:ext cx="3168438" cy="23079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5" name="Google Shape;585;p19"/>
          <p:cNvSpPr/>
          <p:nvPr/>
        </p:nvSpPr>
        <p:spPr>
          <a:xfrm rot="-294905">
            <a:off x="7350387" y="3903245"/>
            <a:ext cx="3168449" cy="256199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9" name="Google Shape;689;p2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0" name="Google Shape;690;p2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23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8" name="Google Shape;718;p24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9" r:id="rId17"/>
    <p:sldLayoutId id="2147483670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8"/>
          <p:cNvSpPr/>
          <p:nvPr/>
        </p:nvSpPr>
        <p:spPr>
          <a:xfrm rot="1053742">
            <a:off x="5323766" y="428883"/>
            <a:ext cx="4314987" cy="4418593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5" name="Google Shape;755;p28"/>
          <p:cNvSpPr txBox="1">
            <a:spLocks noGrp="1"/>
          </p:cNvSpPr>
          <p:nvPr>
            <p:ph type="ctrTitle"/>
          </p:nvPr>
        </p:nvSpPr>
        <p:spPr>
          <a:xfrm>
            <a:off x="713225" y="1620301"/>
            <a:ext cx="4112100" cy="124983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7200" dirty="0"/>
              <a:t>DÖKNet</a:t>
            </a:r>
            <a:endParaRPr dirty="0"/>
          </a:p>
        </p:txBody>
      </p:sp>
      <p:sp>
        <p:nvSpPr>
          <p:cNvPr id="756" name="Google Shape;756;p28"/>
          <p:cNvSpPr txBox="1">
            <a:spLocks noGrp="1"/>
          </p:cNvSpPr>
          <p:nvPr>
            <p:ph type="subTitle" idx="1"/>
          </p:nvPr>
        </p:nvSpPr>
        <p:spPr>
          <a:xfrm>
            <a:off x="200149" y="2713532"/>
            <a:ext cx="2467781" cy="17739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u="sng" dirty="0"/>
              <a:t>Készítette: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/>
              <a:t>Tóth Dominik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/>
              <a:t>Krajnyák Máté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/>
              <a:t>Kévés Bálint</a:t>
            </a:r>
            <a:endParaRPr lang="hu-HU" sz="1800" dirty="0"/>
          </a:p>
        </p:txBody>
      </p:sp>
      <p:grpSp>
        <p:nvGrpSpPr>
          <p:cNvPr id="757" name="Google Shape;757;p28"/>
          <p:cNvGrpSpPr/>
          <p:nvPr/>
        </p:nvGrpSpPr>
        <p:grpSpPr>
          <a:xfrm>
            <a:off x="5165167" y="656304"/>
            <a:ext cx="3841017" cy="3831227"/>
            <a:chOff x="5165167" y="656304"/>
            <a:chExt cx="3841017" cy="3831227"/>
          </a:xfrm>
        </p:grpSpPr>
        <p:grpSp>
          <p:nvGrpSpPr>
            <p:cNvPr id="758" name="Google Shape;758;p28"/>
            <p:cNvGrpSpPr/>
            <p:nvPr/>
          </p:nvGrpSpPr>
          <p:grpSpPr>
            <a:xfrm>
              <a:off x="5631673" y="1763897"/>
              <a:ext cx="2961645" cy="1992933"/>
              <a:chOff x="5311140" y="3874579"/>
              <a:chExt cx="2693384" cy="1812416"/>
            </a:xfrm>
          </p:grpSpPr>
          <p:grpSp>
            <p:nvGrpSpPr>
              <p:cNvPr id="759" name="Google Shape;759;p28"/>
              <p:cNvGrpSpPr/>
              <p:nvPr/>
            </p:nvGrpSpPr>
            <p:grpSpPr>
              <a:xfrm>
                <a:off x="6183439" y="5359431"/>
                <a:ext cx="948880" cy="327564"/>
                <a:chOff x="6183439" y="5359431"/>
                <a:chExt cx="948880" cy="327564"/>
              </a:xfrm>
            </p:grpSpPr>
            <p:sp>
              <p:nvSpPr>
                <p:cNvPr id="760" name="Google Shape;760;p28"/>
                <p:cNvSpPr/>
                <p:nvPr/>
              </p:nvSpPr>
              <p:spPr>
                <a:xfrm>
                  <a:off x="6459569" y="5359431"/>
                  <a:ext cx="396621" cy="29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621" h="291274" extrusionOk="0">
                      <a:moveTo>
                        <a:pt x="396621" y="0"/>
                      </a:moveTo>
                      <a:lnTo>
                        <a:pt x="396621" y="291274"/>
                      </a:lnTo>
                      <a:lnTo>
                        <a:pt x="0" y="291274"/>
                      </a:lnTo>
                      <a:lnTo>
                        <a:pt x="0" y="0"/>
                      </a:lnTo>
                      <a:lnTo>
                        <a:pt x="140304" y="0"/>
                      </a:lnTo>
                      <a:lnTo>
                        <a:pt x="140304" y="140017"/>
                      </a:lnTo>
                      <a:cubicBezTo>
                        <a:pt x="140304" y="171926"/>
                        <a:pt x="166402" y="198120"/>
                        <a:pt x="198311" y="198120"/>
                      </a:cubicBezTo>
                      <a:cubicBezTo>
                        <a:pt x="230220" y="198120"/>
                        <a:pt x="256413" y="171926"/>
                        <a:pt x="256413" y="140017"/>
                      </a:cubicBezTo>
                      <a:lnTo>
                        <a:pt x="256413" y="0"/>
                      </a:lnTo>
                      <a:lnTo>
                        <a:pt x="39662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28"/>
                <p:cNvSpPr/>
                <p:nvPr/>
              </p:nvSpPr>
              <p:spPr>
                <a:xfrm>
                  <a:off x="6459569" y="5359431"/>
                  <a:ext cx="140303" cy="59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03" h="59054" extrusionOk="0">
                      <a:moveTo>
                        <a:pt x="0" y="0"/>
                      </a:moveTo>
                      <a:lnTo>
                        <a:pt x="140304" y="0"/>
                      </a:lnTo>
                      <a:lnTo>
                        <a:pt x="140304" y="59055"/>
                      </a:lnTo>
                      <a:lnTo>
                        <a:pt x="0" y="428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28"/>
                <p:cNvSpPr/>
                <p:nvPr/>
              </p:nvSpPr>
              <p:spPr>
                <a:xfrm>
                  <a:off x="6715982" y="5359431"/>
                  <a:ext cx="140207" cy="88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07" h="88391" extrusionOk="0">
                      <a:moveTo>
                        <a:pt x="140208" y="0"/>
                      </a:moveTo>
                      <a:lnTo>
                        <a:pt x="140208" y="88392"/>
                      </a:lnTo>
                      <a:lnTo>
                        <a:pt x="0" y="72295"/>
                      </a:lnTo>
                      <a:lnTo>
                        <a:pt x="0" y="0"/>
                      </a:lnTo>
                      <a:lnTo>
                        <a:pt x="1402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" name="Google Shape;763;p28"/>
                <p:cNvSpPr/>
                <p:nvPr/>
              </p:nvSpPr>
              <p:spPr>
                <a:xfrm>
                  <a:off x="6183439" y="5647467"/>
                  <a:ext cx="948880" cy="39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8880" h="39528" extrusionOk="0">
                      <a:moveTo>
                        <a:pt x="0" y="0"/>
                      </a:moveTo>
                      <a:lnTo>
                        <a:pt x="948880" y="0"/>
                      </a:lnTo>
                      <a:lnTo>
                        <a:pt x="948880" y="39529"/>
                      </a:lnTo>
                      <a:lnTo>
                        <a:pt x="0" y="395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4" name="Google Shape;764;p28"/>
              <p:cNvSpPr/>
              <p:nvPr/>
            </p:nvSpPr>
            <p:spPr>
              <a:xfrm>
                <a:off x="5311140" y="3874579"/>
                <a:ext cx="2693384" cy="1517428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517428" extrusionOk="0">
                    <a:moveTo>
                      <a:pt x="2693384" y="107442"/>
                    </a:moveTo>
                    <a:lnTo>
                      <a:pt x="2693384" y="1409890"/>
                    </a:lnTo>
                    <a:cubicBezTo>
                      <a:pt x="2693384" y="1469231"/>
                      <a:pt x="2645283" y="1517428"/>
                      <a:pt x="2585847" y="1517428"/>
                    </a:cubicBezTo>
                    <a:lnTo>
                      <a:pt x="107537" y="1517428"/>
                    </a:lnTo>
                    <a:cubicBezTo>
                      <a:pt x="48101" y="1517428"/>
                      <a:pt x="0" y="1469231"/>
                      <a:pt x="0" y="1409890"/>
                    </a:cubicBezTo>
                    <a:lnTo>
                      <a:pt x="0" y="107442"/>
                    </a:lnTo>
                    <a:cubicBezTo>
                      <a:pt x="0" y="48101"/>
                      <a:pt x="48101" y="0"/>
                      <a:pt x="107537" y="0"/>
                    </a:cubicBezTo>
                    <a:lnTo>
                      <a:pt x="2585847" y="0"/>
                    </a:lnTo>
                    <a:cubicBezTo>
                      <a:pt x="2645283" y="0"/>
                      <a:pt x="2693384" y="48101"/>
                      <a:pt x="2693384" y="107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28"/>
              <p:cNvSpPr/>
              <p:nvPr/>
            </p:nvSpPr>
            <p:spPr>
              <a:xfrm>
                <a:off x="5311140" y="4009739"/>
                <a:ext cx="2693384" cy="1223295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223295" extrusionOk="0">
                    <a:moveTo>
                      <a:pt x="0" y="0"/>
                    </a:moveTo>
                    <a:lnTo>
                      <a:pt x="2693384" y="0"/>
                    </a:lnTo>
                    <a:lnTo>
                      <a:pt x="2693384" y="1223296"/>
                    </a:lnTo>
                    <a:lnTo>
                      <a:pt x="0" y="122329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28"/>
              <p:cNvSpPr/>
              <p:nvPr/>
            </p:nvSpPr>
            <p:spPr>
              <a:xfrm>
                <a:off x="6619875" y="5273611"/>
                <a:ext cx="76009" cy="76009"/>
              </a:xfrm>
              <a:custGeom>
                <a:avLst/>
                <a:gdLst/>
                <a:ahLst/>
                <a:cxnLst/>
                <a:rect l="l" t="t" r="r" b="b"/>
                <a:pathLst>
                  <a:path w="76009" h="76009" extrusionOk="0">
                    <a:moveTo>
                      <a:pt x="76009" y="38005"/>
                    </a:moveTo>
                    <a:cubicBezTo>
                      <a:pt x="76009" y="58960"/>
                      <a:pt x="59055" y="76010"/>
                      <a:pt x="38005" y="76010"/>
                    </a:cubicBezTo>
                    <a:cubicBezTo>
                      <a:pt x="16955" y="76010"/>
                      <a:pt x="0" y="59055"/>
                      <a:pt x="0" y="38005"/>
                    </a:cubicBezTo>
                    <a:cubicBezTo>
                      <a:pt x="0" y="16954"/>
                      <a:pt x="16955" y="0"/>
                      <a:pt x="38005" y="0"/>
                    </a:cubicBezTo>
                    <a:cubicBezTo>
                      <a:pt x="59055" y="0"/>
                      <a:pt x="76009" y="16954"/>
                      <a:pt x="76009" y="3800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7" name="Google Shape;767;p28"/>
            <p:cNvGrpSpPr/>
            <p:nvPr/>
          </p:nvGrpSpPr>
          <p:grpSpPr>
            <a:xfrm>
              <a:off x="6285440" y="656304"/>
              <a:ext cx="1654423" cy="835905"/>
              <a:chOff x="5905690" y="2867310"/>
              <a:chExt cx="1504568" cy="760190"/>
            </a:xfrm>
          </p:grpSpPr>
          <p:sp>
            <p:nvSpPr>
              <p:cNvPr id="768" name="Google Shape;768;p28"/>
              <p:cNvSpPr/>
              <p:nvPr/>
            </p:nvSpPr>
            <p:spPr>
              <a:xfrm>
                <a:off x="5905690" y="2867310"/>
                <a:ext cx="1504568" cy="760190"/>
              </a:xfrm>
              <a:custGeom>
                <a:avLst/>
                <a:gdLst/>
                <a:ahLst/>
                <a:cxnLst/>
                <a:rect l="l" t="t" r="r" b="b"/>
                <a:pathLst>
                  <a:path w="1504568" h="760190" extrusionOk="0">
                    <a:moveTo>
                      <a:pt x="1504379" y="647414"/>
                    </a:moveTo>
                    <a:cubicBezTo>
                      <a:pt x="1504379" y="709708"/>
                      <a:pt x="1453896" y="760190"/>
                      <a:pt x="1391602" y="760190"/>
                    </a:cubicBezTo>
                    <a:lnTo>
                      <a:pt x="194881" y="760190"/>
                    </a:lnTo>
                    <a:cubicBezTo>
                      <a:pt x="87249" y="760190"/>
                      <a:pt x="0" y="672941"/>
                      <a:pt x="0" y="565309"/>
                    </a:cubicBezTo>
                    <a:cubicBezTo>
                      <a:pt x="0" y="457676"/>
                      <a:pt x="87249" y="370522"/>
                      <a:pt x="194881" y="370522"/>
                    </a:cubicBezTo>
                    <a:cubicBezTo>
                      <a:pt x="220027" y="370522"/>
                      <a:pt x="244126" y="375285"/>
                      <a:pt x="266223" y="383953"/>
                    </a:cubicBezTo>
                    <a:cubicBezTo>
                      <a:pt x="266223" y="382714"/>
                      <a:pt x="266223" y="381381"/>
                      <a:pt x="266223" y="380047"/>
                    </a:cubicBezTo>
                    <a:cubicBezTo>
                      <a:pt x="266223" y="240030"/>
                      <a:pt x="341947" y="117729"/>
                      <a:pt x="454628" y="51816"/>
                    </a:cubicBezTo>
                    <a:cubicBezTo>
                      <a:pt x="510921" y="18859"/>
                      <a:pt x="576453" y="0"/>
                      <a:pt x="646366" y="0"/>
                    </a:cubicBezTo>
                    <a:cubicBezTo>
                      <a:pt x="832009" y="0"/>
                      <a:pt x="986504" y="133064"/>
                      <a:pt x="1019747" y="309086"/>
                    </a:cubicBezTo>
                    <a:cubicBezTo>
                      <a:pt x="1054989" y="288893"/>
                      <a:pt x="1095851" y="277368"/>
                      <a:pt x="1139476" y="277368"/>
                    </a:cubicBezTo>
                    <a:cubicBezTo>
                      <a:pt x="1272731" y="277368"/>
                      <a:pt x="1380839" y="385477"/>
                      <a:pt x="1380839" y="518731"/>
                    </a:cubicBezTo>
                    <a:cubicBezTo>
                      <a:pt x="1380839" y="524256"/>
                      <a:pt x="1380648" y="529685"/>
                      <a:pt x="1380268" y="535114"/>
                    </a:cubicBezTo>
                    <a:cubicBezTo>
                      <a:pt x="1384078" y="534734"/>
                      <a:pt x="1387887" y="534543"/>
                      <a:pt x="1391793" y="534543"/>
                    </a:cubicBezTo>
                    <a:cubicBezTo>
                      <a:pt x="1454086" y="534543"/>
                      <a:pt x="1504569" y="585026"/>
                      <a:pt x="1504569" y="6473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8"/>
              <p:cNvSpPr/>
              <p:nvPr/>
            </p:nvSpPr>
            <p:spPr>
              <a:xfrm>
                <a:off x="5905690" y="2918364"/>
                <a:ext cx="922591" cy="709136"/>
              </a:xfrm>
              <a:custGeom>
                <a:avLst/>
                <a:gdLst/>
                <a:ahLst/>
                <a:cxnLst/>
                <a:rect l="l" t="t" r="r" b="b"/>
                <a:pathLst>
                  <a:path w="922591" h="709136" extrusionOk="0">
                    <a:moveTo>
                      <a:pt x="922305" y="709136"/>
                    </a:moveTo>
                    <a:lnTo>
                      <a:pt x="194881" y="709136"/>
                    </a:lnTo>
                    <a:cubicBezTo>
                      <a:pt x="87249" y="709136"/>
                      <a:pt x="0" y="621887"/>
                      <a:pt x="0" y="514255"/>
                    </a:cubicBezTo>
                    <a:cubicBezTo>
                      <a:pt x="0" y="406622"/>
                      <a:pt x="87249" y="319468"/>
                      <a:pt x="194881" y="319468"/>
                    </a:cubicBezTo>
                    <a:cubicBezTo>
                      <a:pt x="220027" y="319468"/>
                      <a:pt x="244126" y="324231"/>
                      <a:pt x="266223" y="332899"/>
                    </a:cubicBezTo>
                    <a:cubicBezTo>
                      <a:pt x="266223" y="331660"/>
                      <a:pt x="266223" y="330327"/>
                      <a:pt x="266223" y="328993"/>
                    </a:cubicBezTo>
                    <a:cubicBezTo>
                      <a:pt x="266223" y="188976"/>
                      <a:pt x="341947" y="66675"/>
                      <a:pt x="454628" y="762"/>
                    </a:cubicBezTo>
                    <a:cubicBezTo>
                      <a:pt x="515683" y="-2286"/>
                      <a:pt x="577024" y="3429"/>
                      <a:pt x="633984" y="24860"/>
                    </a:cubicBezTo>
                    <a:cubicBezTo>
                      <a:pt x="707803" y="52768"/>
                      <a:pt x="773239" y="110109"/>
                      <a:pt x="797052" y="185261"/>
                    </a:cubicBezTo>
                    <a:cubicBezTo>
                      <a:pt x="820864" y="260509"/>
                      <a:pt x="795433" y="352425"/>
                      <a:pt x="728472" y="394144"/>
                    </a:cubicBezTo>
                    <a:cubicBezTo>
                      <a:pt x="769334" y="388430"/>
                      <a:pt x="808863" y="395002"/>
                      <a:pt x="844010" y="416433"/>
                    </a:cubicBezTo>
                    <a:cubicBezTo>
                      <a:pt x="879157" y="437864"/>
                      <a:pt x="902970" y="481298"/>
                      <a:pt x="892302" y="521113"/>
                    </a:cubicBezTo>
                    <a:cubicBezTo>
                      <a:pt x="885730" y="545782"/>
                      <a:pt x="867156" y="565975"/>
                      <a:pt x="845629" y="579787"/>
                    </a:cubicBezTo>
                    <a:cubicBezTo>
                      <a:pt x="824769" y="593217"/>
                      <a:pt x="801148" y="601408"/>
                      <a:pt x="777621" y="609314"/>
                    </a:cubicBezTo>
                    <a:cubicBezTo>
                      <a:pt x="788479" y="605790"/>
                      <a:pt x="793623" y="605790"/>
                      <a:pt x="805910" y="605314"/>
                    </a:cubicBezTo>
                    <a:cubicBezTo>
                      <a:pt x="819055" y="604742"/>
                      <a:pt x="832961" y="608457"/>
                      <a:pt x="842010" y="618077"/>
                    </a:cubicBezTo>
                    <a:cubicBezTo>
                      <a:pt x="851059" y="627698"/>
                      <a:pt x="853440" y="643890"/>
                      <a:pt x="845153" y="654082"/>
                    </a:cubicBezTo>
                    <a:cubicBezTo>
                      <a:pt x="859727" y="639699"/>
                      <a:pt x="881919" y="651510"/>
                      <a:pt x="897541" y="664845"/>
                    </a:cubicBezTo>
                    <a:cubicBezTo>
                      <a:pt x="910971" y="676180"/>
                      <a:pt x="919067" y="691991"/>
                      <a:pt x="922591" y="7091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0" name="Google Shape;770;p28"/>
            <p:cNvGrpSpPr/>
            <p:nvPr/>
          </p:nvGrpSpPr>
          <p:grpSpPr>
            <a:xfrm>
              <a:off x="8276803" y="1327941"/>
              <a:ext cx="387944" cy="273258"/>
              <a:chOff x="7716678" y="3270218"/>
              <a:chExt cx="352805" cy="248507"/>
            </a:xfrm>
          </p:grpSpPr>
          <p:sp>
            <p:nvSpPr>
              <p:cNvPr id="771" name="Google Shape;771;p28"/>
              <p:cNvSpPr/>
              <p:nvPr/>
            </p:nvSpPr>
            <p:spPr>
              <a:xfrm>
                <a:off x="7716678" y="3270218"/>
                <a:ext cx="352805" cy="248507"/>
              </a:xfrm>
              <a:custGeom>
                <a:avLst/>
                <a:gdLst/>
                <a:ahLst/>
                <a:cxnLst/>
                <a:rect l="l" t="t" r="r" b="b"/>
                <a:pathLst>
                  <a:path w="352805" h="248507" extrusionOk="0">
                    <a:moveTo>
                      <a:pt x="261938" y="0"/>
                    </a:moveTo>
                    <a:lnTo>
                      <a:pt x="90868" y="0"/>
                    </a:lnTo>
                    <a:cubicBezTo>
                      <a:pt x="40862" y="0"/>
                      <a:pt x="0" y="40862"/>
                      <a:pt x="0" y="90869"/>
                    </a:cubicBezTo>
                    <a:cubicBezTo>
                      <a:pt x="0" y="140875"/>
                      <a:pt x="38100" y="178879"/>
                      <a:pt x="85725" y="181642"/>
                    </a:cubicBezTo>
                    <a:lnTo>
                      <a:pt x="29527" y="248508"/>
                    </a:lnTo>
                    <a:lnTo>
                      <a:pt x="135445" y="181833"/>
                    </a:lnTo>
                    <a:lnTo>
                      <a:pt x="261938" y="181833"/>
                    </a:lnTo>
                    <a:cubicBezTo>
                      <a:pt x="311944" y="181833"/>
                      <a:pt x="352806" y="140970"/>
                      <a:pt x="352806" y="90964"/>
                    </a:cubicBezTo>
                    <a:cubicBezTo>
                      <a:pt x="352806" y="40958"/>
                      <a:pt x="311944" y="95"/>
                      <a:pt x="261938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8"/>
              <p:cNvSpPr/>
              <p:nvPr/>
            </p:nvSpPr>
            <p:spPr>
              <a:xfrm>
                <a:off x="7783353" y="3331749"/>
                <a:ext cx="219455" cy="59054"/>
              </a:xfrm>
              <a:custGeom>
                <a:avLst/>
                <a:gdLst/>
                <a:ahLst/>
                <a:cxnLst/>
                <a:rect l="l" t="t" r="r" b="b"/>
                <a:pathLst>
                  <a:path w="219455" h="59054" extrusionOk="0">
                    <a:moveTo>
                      <a:pt x="29527" y="0"/>
                    </a:moveTo>
                    <a:cubicBezTo>
                      <a:pt x="13239" y="0"/>
                      <a:pt x="0" y="13240"/>
                      <a:pt x="0" y="29528"/>
                    </a:cubicBezTo>
                    <a:cubicBezTo>
                      <a:pt x="0" y="45815"/>
                      <a:pt x="13239" y="59055"/>
                      <a:pt x="29527" y="59055"/>
                    </a:cubicBezTo>
                    <a:cubicBezTo>
                      <a:pt x="45815" y="59055"/>
                      <a:pt x="59055" y="45815"/>
                      <a:pt x="59055" y="29528"/>
                    </a:cubicBezTo>
                    <a:cubicBezTo>
                      <a:pt x="59055" y="13240"/>
                      <a:pt x="45815" y="0"/>
                      <a:pt x="29527" y="0"/>
                    </a:cubicBezTo>
                    <a:close/>
                    <a:moveTo>
                      <a:pt x="109728" y="0"/>
                    </a:moveTo>
                    <a:cubicBezTo>
                      <a:pt x="93440" y="0"/>
                      <a:pt x="80200" y="13240"/>
                      <a:pt x="80200" y="29528"/>
                    </a:cubicBezTo>
                    <a:cubicBezTo>
                      <a:pt x="80200" y="45815"/>
                      <a:pt x="93440" y="59055"/>
                      <a:pt x="109728" y="59055"/>
                    </a:cubicBezTo>
                    <a:cubicBezTo>
                      <a:pt x="126016" y="59055"/>
                      <a:pt x="139255" y="45815"/>
                      <a:pt x="139255" y="29528"/>
                    </a:cubicBezTo>
                    <a:cubicBezTo>
                      <a:pt x="139255" y="13240"/>
                      <a:pt x="126016" y="0"/>
                      <a:pt x="109728" y="0"/>
                    </a:cubicBezTo>
                    <a:close/>
                    <a:moveTo>
                      <a:pt x="189929" y="0"/>
                    </a:moveTo>
                    <a:cubicBezTo>
                      <a:pt x="173641" y="0"/>
                      <a:pt x="160401" y="13240"/>
                      <a:pt x="160401" y="29528"/>
                    </a:cubicBezTo>
                    <a:cubicBezTo>
                      <a:pt x="160401" y="45815"/>
                      <a:pt x="173641" y="59055"/>
                      <a:pt x="189929" y="59055"/>
                    </a:cubicBezTo>
                    <a:cubicBezTo>
                      <a:pt x="206216" y="59055"/>
                      <a:pt x="219456" y="45815"/>
                      <a:pt x="219456" y="29528"/>
                    </a:cubicBezTo>
                    <a:cubicBezTo>
                      <a:pt x="219456" y="13240"/>
                      <a:pt x="206216" y="0"/>
                      <a:pt x="1899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3" name="Google Shape;773;p28"/>
            <p:cNvSpPr/>
            <p:nvPr/>
          </p:nvSpPr>
          <p:spPr>
            <a:xfrm>
              <a:off x="7148815" y="1542896"/>
              <a:ext cx="10501" cy="432759"/>
            </a:xfrm>
            <a:custGeom>
              <a:avLst/>
              <a:gdLst/>
              <a:ahLst/>
              <a:cxnLst/>
              <a:rect l="l" t="t" r="r" b="b"/>
              <a:pathLst>
                <a:path w="9525" h="392525" extrusionOk="0">
                  <a:moveTo>
                    <a:pt x="0" y="0"/>
                  </a:moveTo>
                  <a:lnTo>
                    <a:pt x="0" y="392525"/>
                  </a:lnTo>
                </a:path>
              </a:pathLst>
            </a:custGeom>
            <a:noFill/>
            <a:ln w="29900" cap="rnd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4" name="Google Shape;774;p28"/>
            <p:cNvGrpSpPr/>
            <p:nvPr/>
          </p:nvGrpSpPr>
          <p:grpSpPr>
            <a:xfrm>
              <a:off x="5483130" y="2415465"/>
              <a:ext cx="27232" cy="532378"/>
              <a:chOff x="3534917" y="4467129"/>
              <a:chExt cx="24765" cy="484156"/>
            </a:xfrm>
          </p:grpSpPr>
          <p:sp>
            <p:nvSpPr>
              <p:cNvPr id="775" name="Google Shape;775;p28"/>
              <p:cNvSpPr/>
              <p:nvPr/>
            </p:nvSpPr>
            <p:spPr>
              <a:xfrm>
                <a:off x="3547300" y="4478845"/>
                <a:ext cx="9525" cy="46072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0724" extrusionOk="0">
                    <a:moveTo>
                      <a:pt x="0" y="460724"/>
                    </a:moveTo>
                    <a:lnTo>
                      <a:pt x="0" y="0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8"/>
              <p:cNvSpPr/>
              <p:nvPr/>
            </p:nvSpPr>
            <p:spPr>
              <a:xfrm>
                <a:off x="3534917" y="4926520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2"/>
                    </a:moveTo>
                    <a:cubicBezTo>
                      <a:pt x="24765" y="19240"/>
                      <a:pt x="19241" y="24765"/>
                      <a:pt x="12383" y="24765"/>
                    </a:cubicBezTo>
                    <a:cubicBezTo>
                      <a:pt x="5525" y="24765"/>
                      <a:pt x="0" y="19240"/>
                      <a:pt x="0" y="12382"/>
                    </a:cubicBezTo>
                    <a:cubicBezTo>
                      <a:pt x="0" y="5524"/>
                      <a:pt x="5525" y="0"/>
                      <a:pt x="12383" y="0"/>
                    </a:cubicBezTo>
                    <a:cubicBezTo>
                      <a:pt x="19241" y="0"/>
                      <a:pt x="24765" y="5524"/>
                      <a:pt x="24765" y="12382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8"/>
              <p:cNvSpPr/>
              <p:nvPr/>
            </p:nvSpPr>
            <p:spPr>
              <a:xfrm>
                <a:off x="3534917" y="4467129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3"/>
                    </a:moveTo>
                    <a:cubicBezTo>
                      <a:pt x="24765" y="5525"/>
                      <a:pt x="19241" y="0"/>
                      <a:pt x="12383" y="0"/>
                    </a:cubicBezTo>
                    <a:cubicBezTo>
                      <a:pt x="5525" y="0"/>
                      <a:pt x="0" y="5525"/>
                      <a:pt x="0" y="12383"/>
                    </a:cubicBezTo>
                    <a:cubicBezTo>
                      <a:pt x="0" y="19241"/>
                      <a:pt x="5525" y="24765"/>
                      <a:pt x="12383" y="24765"/>
                    </a:cubicBezTo>
                    <a:cubicBezTo>
                      <a:pt x="19241" y="24765"/>
                      <a:pt x="24765" y="19241"/>
                      <a:pt x="24765" y="12383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8" name="Google Shape;778;p28"/>
            <p:cNvGrpSpPr/>
            <p:nvPr/>
          </p:nvGrpSpPr>
          <p:grpSpPr>
            <a:xfrm>
              <a:off x="5643247" y="2277185"/>
              <a:ext cx="749418" cy="303868"/>
              <a:chOff x="3680531" y="4341375"/>
              <a:chExt cx="681537" cy="276344"/>
            </a:xfrm>
          </p:grpSpPr>
          <p:sp>
            <p:nvSpPr>
              <p:cNvPr id="779" name="Google Shape;779;p28"/>
              <p:cNvSpPr/>
              <p:nvPr/>
            </p:nvSpPr>
            <p:spPr>
              <a:xfrm>
                <a:off x="3692461" y="4353401"/>
                <a:ext cx="657796" cy="251936"/>
              </a:xfrm>
              <a:custGeom>
                <a:avLst/>
                <a:gdLst/>
                <a:ahLst/>
                <a:cxnLst/>
                <a:rect l="l" t="t" r="r" b="b"/>
                <a:pathLst>
                  <a:path w="657796" h="251936" extrusionOk="0">
                    <a:moveTo>
                      <a:pt x="0" y="0"/>
                    </a:moveTo>
                    <a:lnTo>
                      <a:pt x="217075" y="217075"/>
                    </a:lnTo>
                    <a:cubicBezTo>
                      <a:pt x="239363" y="239363"/>
                      <a:pt x="269653" y="251936"/>
                      <a:pt x="301180" y="251936"/>
                    </a:cubicBezTo>
                    <a:lnTo>
                      <a:pt x="657797" y="251936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8"/>
              <p:cNvSpPr/>
              <p:nvPr/>
            </p:nvSpPr>
            <p:spPr>
              <a:xfrm>
                <a:off x="3680531" y="4341375"/>
                <a:ext cx="24812" cy="24812"/>
              </a:xfrm>
              <a:custGeom>
                <a:avLst/>
                <a:gdLst/>
                <a:ahLst/>
                <a:cxnLst/>
                <a:rect l="l" t="t" r="r" b="b"/>
                <a:pathLst>
                  <a:path w="24812" h="24812" extrusionOk="0">
                    <a:moveTo>
                      <a:pt x="3643" y="21169"/>
                    </a:moveTo>
                    <a:cubicBezTo>
                      <a:pt x="-1214" y="16312"/>
                      <a:pt x="-1214" y="8501"/>
                      <a:pt x="3643" y="3643"/>
                    </a:cubicBezTo>
                    <a:cubicBezTo>
                      <a:pt x="8501" y="-1214"/>
                      <a:pt x="16312" y="-1214"/>
                      <a:pt x="21169" y="3643"/>
                    </a:cubicBezTo>
                    <a:cubicBezTo>
                      <a:pt x="26027" y="8501"/>
                      <a:pt x="26027" y="16312"/>
                      <a:pt x="21169" y="21169"/>
                    </a:cubicBezTo>
                    <a:cubicBezTo>
                      <a:pt x="16312" y="26027"/>
                      <a:pt x="8501" y="26027"/>
                      <a:pt x="3643" y="21169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8"/>
              <p:cNvSpPr/>
              <p:nvPr/>
            </p:nvSpPr>
            <p:spPr>
              <a:xfrm>
                <a:off x="4337303" y="4592955"/>
                <a:ext cx="24765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4" extrusionOk="0">
                    <a:moveTo>
                      <a:pt x="12383" y="24765"/>
                    </a:moveTo>
                    <a:cubicBezTo>
                      <a:pt x="19241" y="24765"/>
                      <a:pt x="24765" y="19240"/>
                      <a:pt x="24765" y="12382"/>
                    </a:cubicBezTo>
                    <a:cubicBezTo>
                      <a:pt x="24765" y="5524"/>
                      <a:pt x="19241" y="0"/>
                      <a:pt x="12383" y="0"/>
                    </a:cubicBezTo>
                    <a:cubicBezTo>
                      <a:pt x="5525" y="0"/>
                      <a:pt x="0" y="5524"/>
                      <a:pt x="0" y="12382"/>
                    </a:cubicBezTo>
                    <a:cubicBezTo>
                      <a:pt x="0" y="19240"/>
                      <a:pt x="5525" y="24765"/>
                      <a:pt x="12383" y="24765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2" name="Google Shape;782;p28"/>
            <p:cNvGrpSpPr/>
            <p:nvPr/>
          </p:nvGrpSpPr>
          <p:grpSpPr>
            <a:xfrm>
              <a:off x="8163164" y="4027994"/>
              <a:ext cx="202142" cy="355685"/>
              <a:chOff x="7613332" y="5933598"/>
              <a:chExt cx="183832" cy="323468"/>
            </a:xfrm>
          </p:grpSpPr>
          <p:sp>
            <p:nvSpPr>
              <p:cNvPr id="783" name="Google Shape;783;p28"/>
              <p:cNvSpPr/>
              <p:nvPr/>
            </p:nvSpPr>
            <p:spPr>
              <a:xfrm>
                <a:off x="7613332" y="5933598"/>
                <a:ext cx="183832" cy="323468"/>
              </a:xfrm>
              <a:custGeom>
                <a:avLst/>
                <a:gdLst/>
                <a:ahLst/>
                <a:cxnLst/>
                <a:rect l="l" t="t" r="r" b="b"/>
                <a:pathLst>
                  <a:path w="183832" h="323468" extrusionOk="0">
                    <a:moveTo>
                      <a:pt x="91916" y="323469"/>
                    </a:moveTo>
                    <a:lnTo>
                      <a:pt x="91916" y="323469"/>
                    </a:lnTo>
                    <a:cubicBezTo>
                      <a:pt x="41339" y="323469"/>
                      <a:pt x="0" y="282130"/>
                      <a:pt x="0" y="231553"/>
                    </a:cubicBezTo>
                    <a:lnTo>
                      <a:pt x="0" y="91916"/>
                    </a:lnTo>
                    <a:cubicBezTo>
                      <a:pt x="0" y="41338"/>
                      <a:pt x="41339" y="0"/>
                      <a:pt x="91916" y="0"/>
                    </a:cubicBezTo>
                    <a:lnTo>
                      <a:pt x="91916" y="0"/>
                    </a:lnTo>
                    <a:cubicBezTo>
                      <a:pt x="142494" y="0"/>
                      <a:pt x="183832" y="41338"/>
                      <a:pt x="183832" y="91916"/>
                    </a:cubicBezTo>
                    <a:lnTo>
                      <a:pt x="183832" y="231553"/>
                    </a:lnTo>
                    <a:cubicBezTo>
                      <a:pt x="183832" y="282130"/>
                      <a:pt x="142494" y="323469"/>
                      <a:pt x="91916" y="32346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28"/>
              <p:cNvSpPr/>
              <p:nvPr/>
            </p:nvSpPr>
            <p:spPr>
              <a:xfrm>
                <a:off x="7699533" y="5961602"/>
                <a:ext cx="11430" cy="54101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4101" extrusionOk="0">
                    <a:moveTo>
                      <a:pt x="5715" y="54102"/>
                    </a:moveTo>
                    <a:lnTo>
                      <a:pt x="5715" y="54102"/>
                    </a:lnTo>
                    <a:cubicBezTo>
                      <a:pt x="2572" y="54102"/>
                      <a:pt x="0" y="51530"/>
                      <a:pt x="0" y="48387"/>
                    </a:cubicBezTo>
                    <a:lnTo>
                      <a:pt x="0" y="5715"/>
                    </a:lnTo>
                    <a:cubicBezTo>
                      <a:pt x="0" y="2571"/>
                      <a:pt x="2572" y="0"/>
                      <a:pt x="5715" y="0"/>
                    </a:cubicBezTo>
                    <a:lnTo>
                      <a:pt x="5715" y="0"/>
                    </a:lnTo>
                    <a:cubicBezTo>
                      <a:pt x="8859" y="0"/>
                      <a:pt x="11430" y="2571"/>
                      <a:pt x="11430" y="5715"/>
                    </a:cubicBezTo>
                    <a:lnTo>
                      <a:pt x="11430" y="48387"/>
                    </a:lnTo>
                    <a:cubicBezTo>
                      <a:pt x="11430" y="51530"/>
                      <a:pt x="8859" y="54102"/>
                      <a:pt x="5715" y="5410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5" name="Google Shape;785;p28"/>
            <p:cNvGrpSpPr/>
            <p:nvPr/>
          </p:nvGrpSpPr>
          <p:grpSpPr>
            <a:xfrm>
              <a:off x="6427831" y="3923439"/>
              <a:ext cx="1533857" cy="564092"/>
              <a:chOff x="6546554" y="3679108"/>
              <a:chExt cx="1256642" cy="462143"/>
            </a:xfrm>
          </p:grpSpPr>
          <p:sp>
            <p:nvSpPr>
              <p:cNvPr id="786" name="Google Shape;786;p28"/>
              <p:cNvSpPr/>
              <p:nvPr/>
            </p:nvSpPr>
            <p:spPr>
              <a:xfrm>
                <a:off x="6546554" y="3679108"/>
                <a:ext cx="1256642" cy="462143"/>
              </a:xfrm>
              <a:custGeom>
                <a:avLst/>
                <a:gdLst/>
                <a:ahLst/>
                <a:cxnLst/>
                <a:rect l="l" t="t" r="r" b="b"/>
                <a:pathLst>
                  <a:path w="1396269" h="513492" extrusionOk="0">
                    <a:moveTo>
                      <a:pt x="1334738" y="0"/>
                    </a:moveTo>
                    <a:cubicBezTo>
                      <a:pt x="1368721" y="0"/>
                      <a:pt x="1396270" y="27548"/>
                      <a:pt x="1396270" y="61531"/>
                    </a:cubicBezTo>
                    <a:lnTo>
                      <a:pt x="1396270" y="451961"/>
                    </a:lnTo>
                    <a:cubicBezTo>
                      <a:pt x="1396270" y="485944"/>
                      <a:pt x="1368722" y="513493"/>
                      <a:pt x="1334738" y="513493"/>
                    </a:cubicBezTo>
                    <a:lnTo>
                      <a:pt x="61532" y="513493"/>
                    </a:lnTo>
                    <a:cubicBezTo>
                      <a:pt x="27549" y="513493"/>
                      <a:pt x="0" y="485944"/>
                      <a:pt x="0" y="451961"/>
                    </a:cubicBezTo>
                    <a:lnTo>
                      <a:pt x="0" y="61531"/>
                    </a:lnTo>
                    <a:cubicBezTo>
                      <a:pt x="0" y="27549"/>
                      <a:pt x="27548" y="0"/>
                      <a:pt x="615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28"/>
              <p:cNvSpPr/>
              <p:nvPr/>
            </p:nvSpPr>
            <p:spPr>
              <a:xfrm>
                <a:off x="6661108" y="3712144"/>
                <a:ext cx="69522" cy="69522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8" name="Google Shape;788;p28"/>
              <p:cNvGrpSpPr/>
              <p:nvPr/>
            </p:nvGrpSpPr>
            <p:grpSpPr>
              <a:xfrm>
                <a:off x="6805960" y="3712311"/>
                <a:ext cx="391811" cy="69592"/>
                <a:chOff x="6322885" y="5875210"/>
                <a:chExt cx="434911" cy="77247"/>
              </a:xfrm>
            </p:grpSpPr>
            <p:sp>
              <p:nvSpPr>
                <p:cNvPr id="789" name="Google Shape;789;p28"/>
                <p:cNvSpPr/>
                <p:nvPr/>
              </p:nvSpPr>
              <p:spPr>
                <a:xfrm>
                  <a:off x="632288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8"/>
                <p:cNvSpPr/>
                <p:nvPr/>
              </p:nvSpPr>
              <p:spPr>
                <a:xfrm>
                  <a:off x="641232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8"/>
                <p:cNvSpPr/>
                <p:nvPr/>
              </p:nvSpPr>
              <p:spPr>
                <a:xfrm>
                  <a:off x="650176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8"/>
                <p:cNvSpPr/>
                <p:nvPr/>
              </p:nvSpPr>
              <p:spPr>
                <a:xfrm>
                  <a:off x="659110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8"/>
                <p:cNvSpPr/>
                <p:nvPr/>
              </p:nvSpPr>
              <p:spPr>
                <a:xfrm>
                  <a:off x="668054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94" name="Google Shape;794;p28"/>
              <p:cNvGrpSpPr/>
              <p:nvPr/>
            </p:nvGrpSpPr>
            <p:grpSpPr>
              <a:xfrm>
                <a:off x="7285642" y="3712311"/>
                <a:ext cx="391897" cy="69592"/>
                <a:chOff x="6855333" y="5875210"/>
                <a:chExt cx="435006" cy="77247"/>
              </a:xfrm>
            </p:grpSpPr>
            <p:sp>
              <p:nvSpPr>
                <p:cNvPr id="795" name="Google Shape;795;p28"/>
                <p:cNvSpPr/>
                <p:nvPr/>
              </p:nvSpPr>
              <p:spPr>
                <a:xfrm>
                  <a:off x="6855333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8"/>
                <p:cNvSpPr/>
                <p:nvPr/>
              </p:nvSpPr>
              <p:spPr>
                <a:xfrm>
                  <a:off x="694477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8"/>
                <p:cNvSpPr/>
                <p:nvPr/>
              </p:nvSpPr>
              <p:spPr>
                <a:xfrm>
                  <a:off x="703421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8"/>
                <p:cNvSpPr/>
                <p:nvPr/>
              </p:nvSpPr>
              <p:spPr>
                <a:xfrm>
                  <a:off x="712365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8"/>
                <p:cNvSpPr/>
                <p:nvPr/>
              </p:nvSpPr>
              <p:spPr>
                <a:xfrm>
                  <a:off x="721309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0" name="Google Shape;800;p28"/>
              <p:cNvGrpSpPr/>
              <p:nvPr/>
            </p:nvGrpSpPr>
            <p:grpSpPr>
              <a:xfrm>
                <a:off x="6577103" y="3819746"/>
                <a:ext cx="1198690" cy="70794"/>
                <a:chOff x="6068853" y="5994463"/>
                <a:chExt cx="1330547" cy="78581"/>
              </a:xfrm>
            </p:grpSpPr>
            <p:sp>
              <p:nvSpPr>
                <p:cNvPr id="801" name="Google Shape;801;p28"/>
                <p:cNvSpPr/>
                <p:nvPr/>
              </p:nvSpPr>
              <p:spPr>
                <a:xfrm>
                  <a:off x="6068853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8"/>
                <p:cNvSpPr/>
                <p:nvPr/>
              </p:nvSpPr>
              <p:spPr>
                <a:xfrm>
                  <a:off x="617315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8"/>
                <p:cNvSpPr/>
                <p:nvPr/>
              </p:nvSpPr>
              <p:spPr>
                <a:xfrm>
                  <a:off x="6277451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8"/>
                <p:cNvSpPr/>
                <p:nvPr/>
              </p:nvSpPr>
              <p:spPr>
                <a:xfrm>
                  <a:off x="638184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8"/>
                <p:cNvSpPr/>
                <p:nvPr/>
              </p:nvSpPr>
              <p:spPr>
                <a:xfrm>
                  <a:off x="648614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8"/>
                <p:cNvSpPr/>
                <p:nvPr/>
              </p:nvSpPr>
              <p:spPr>
                <a:xfrm>
                  <a:off x="659044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8"/>
                <p:cNvSpPr/>
                <p:nvPr/>
              </p:nvSpPr>
              <p:spPr>
                <a:xfrm>
                  <a:off x="669483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8"/>
                <p:cNvSpPr/>
                <p:nvPr/>
              </p:nvSpPr>
              <p:spPr>
                <a:xfrm>
                  <a:off x="679913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8"/>
                <p:cNvSpPr/>
                <p:nvPr/>
              </p:nvSpPr>
              <p:spPr>
                <a:xfrm>
                  <a:off x="690343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8"/>
                <p:cNvSpPr/>
                <p:nvPr/>
              </p:nvSpPr>
              <p:spPr>
                <a:xfrm>
                  <a:off x="7007828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8"/>
                <p:cNvSpPr/>
                <p:nvPr/>
              </p:nvSpPr>
              <p:spPr>
                <a:xfrm>
                  <a:off x="711212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8"/>
                <p:cNvSpPr/>
                <p:nvPr/>
              </p:nvSpPr>
              <p:spPr>
                <a:xfrm>
                  <a:off x="721642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8"/>
                <p:cNvSpPr/>
                <p:nvPr/>
              </p:nvSpPr>
              <p:spPr>
                <a:xfrm>
                  <a:off x="7320819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4" name="Google Shape;814;p28"/>
              <p:cNvGrpSpPr/>
              <p:nvPr/>
            </p:nvGrpSpPr>
            <p:grpSpPr>
              <a:xfrm>
                <a:off x="6577103" y="3995572"/>
                <a:ext cx="1198690" cy="70794"/>
                <a:chOff x="6068853" y="6189630"/>
                <a:chExt cx="1330547" cy="78581"/>
              </a:xfrm>
            </p:grpSpPr>
            <p:sp>
              <p:nvSpPr>
                <p:cNvPr id="815" name="Google Shape;815;p28"/>
                <p:cNvSpPr/>
                <p:nvPr/>
              </p:nvSpPr>
              <p:spPr>
                <a:xfrm>
                  <a:off x="6068853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8"/>
                <p:cNvSpPr/>
                <p:nvPr/>
              </p:nvSpPr>
              <p:spPr>
                <a:xfrm>
                  <a:off x="6173152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8"/>
                <p:cNvSpPr/>
                <p:nvPr/>
              </p:nvSpPr>
              <p:spPr>
                <a:xfrm>
                  <a:off x="6277451" y="6189630"/>
                  <a:ext cx="4973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300" h="78581" extrusionOk="0">
                      <a:moveTo>
                        <a:pt x="0" y="0"/>
                      </a:moveTo>
                      <a:lnTo>
                        <a:pt x="497300" y="0"/>
                      </a:lnTo>
                      <a:lnTo>
                        <a:pt x="497300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8"/>
                <p:cNvSpPr/>
                <p:nvPr/>
              </p:nvSpPr>
              <p:spPr>
                <a:xfrm>
                  <a:off x="679913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8"/>
                <p:cNvSpPr/>
                <p:nvPr/>
              </p:nvSpPr>
              <p:spPr>
                <a:xfrm>
                  <a:off x="6903434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8"/>
                <p:cNvSpPr/>
                <p:nvPr/>
              </p:nvSpPr>
              <p:spPr>
                <a:xfrm>
                  <a:off x="7007828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8"/>
                <p:cNvSpPr/>
                <p:nvPr/>
              </p:nvSpPr>
              <p:spPr>
                <a:xfrm>
                  <a:off x="7112126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8"/>
                <p:cNvSpPr/>
                <p:nvPr/>
              </p:nvSpPr>
              <p:spPr>
                <a:xfrm>
                  <a:off x="721642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8"/>
                <p:cNvSpPr/>
                <p:nvPr/>
              </p:nvSpPr>
              <p:spPr>
                <a:xfrm>
                  <a:off x="7320819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4" name="Google Shape;824;p28"/>
              <p:cNvGrpSpPr/>
              <p:nvPr/>
            </p:nvGrpSpPr>
            <p:grpSpPr>
              <a:xfrm>
                <a:off x="6622239" y="3908904"/>
                <a:ext cx="1104727" cy="70794"/>
                <a:chOff x="6118955" y="6093428"/>
                <a:chExt cx="1226248" cy="78581"/>
              </a:xfrm>
            </p:grpSpPr>
            <p:sp>
              <p:nvSpPr>
                <p:cNvPr id="825" name="Google Shape;825;p28"/>
                <p:cNvSpPr/>
                <p:nvPr/>
              </p:nvSpPr>
              <p:spPr>
                <a:xfrm>
                  <a:off x="611895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8"/>
                <p:cNvSpPr/>
                <p:nvPr/>
              </p:nvSpPr>
              <p:spPr>
                <a:xfrm>
                  <a:off x="6223254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8"/>
                <p:cNvSpPr/>
                <p:nvPr/>
              </p:nvSpPr>
              <p:spPr>
                <a:xfrm>
                  <a:off x="632764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8"/>
                <p:cNvSpPr/>
                <p:nvPr/>
              </p:nvSpPr>
              <p:spPr>
                <a:xfrm>
                  <a:off x="6431946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8"/>
                <p:cNvSpPr/>
                <p:nvPr/>
              </p:nvSpPr>
              <p:spPr>
                <a:xfrm>
                  <a:off x="653624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8"/>
                <p:cNvSpPr/>
                <p:nvPr/>
              </p:nvSpPr>
              <p:spPr>
                <a:xfrm>
                  <a:off x="664063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28"/>
                <p:cNvSpPr/>
                <p:nvPr/>
              </p:nvSpPr>
              <p:spPr>
                <a:xfrm>
                  <a:off x="674493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28"/>
                <p:cNvSpPr/>
                <p:nvPr/>
              </p:nvSpPr>
              <p:spPr>
                <a:xfrm>
                  <a:off x="6849237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28"/>
                <p:cNvSpPr/>
                <p:nvPr/>
              </p:nvSpPr>
              <p:spPr>
                <a:xfrm>
                  <a:off x="6953631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8"/>
                <p:cNvSpPr/>
                <p:nvPr/>
              </p:nvSpPr>
              <p:spPr>
                <a:xfrm>
                  <a:off x="705792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8"/>
                <p:cNvSpPr/>
                <p:nvPr/>
              </p:nvSpPr>
              <p:spPr>
                <a:xfrm>
                  <a:off x="716222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8"/>
                <p:cNvSpPr/>
                <p:nvPr/>
              </p:nvSpPr>
              <p:spPr>
                <a:xfrm>
                  <a:off x="7266622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7" name="Google Shape;837;p28"/>
              <p:cNvSpPr/>
              <p:nvPr/>
            </p:nvSpPr>
            <p:spPr>
              <a:xfrm>
                <a:off x="7740658" y="3711543"/>
                <a:ext cx="33604" cy="33604"/>
              </a:xfrm>
              <a:custGeom>
                <a:avLst/>
                <a:gdLst/>
                <a:ahLst/>
                <a:cxnLst/>
                <a:rect l="l" t="t" r="r" b="b"/>
                <a:pathLst>
                  <a:path w="37338" h="37338" extrusionOk="0">
                    <a:moveTo>
                      <a:pt x="37338" y="18669"/>
                    </a:moveTo>
                    <a:cubicBezTo>
                      <a:pt x="37338" y="28980"/>
                      <a:pt x="28980" y="37338"/>
                      <a:pt x="18669" y="37338"/>
                    </a:cubicBezTo>
                    <a:cubicBezTo>
                      <a:pt x="8358" y="37338"/>
                      <a:pt x="0" y="28980"/>
                      <a:pt x="0" y="18669"/>
                    </a:cubicBezTo>
                    <a:cubicBezTo>
                      <a:pt x="0" y="8359"/>
                      <a:pt x="8358" y="0"/>
                      <a:pt x="18669" y="0"/>
                    </a:cubicBezTo>
                    <a:cubicBezTo>
                      <a:pt x="28979" y="0"/>
                      <a:pt x="37338" y="8358"/>
                      <a:pt x="37338" y="186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28"/>
            <p:cNvGrpSpPr/>
            <p:nvPr/>
          </p:nvGrpSpPr>
          <p:grpSpPr>
            <a:xfrm>
              <a:off x="6367914" y="2012818"/>
              <a:ext cx="1448168" cy="1250722"/>
              <a:chOff x="6497466" y="2113795"/>
              <a:chExt cx="1186439" cy="1024678"/>
            </a:xfrm>
          </p:grpSpPr>
          <p:sp>
            <p:nvSpPr>
              <p:cNvPr id="839" name="Google Shape;839;p28"/>
              <p:cNvSpPr/>
              <p:nvPr/>
            </p:nvSpPr>
            <p:spPr>
              <a:xfrm>
                <a:off x="6497466" y="2113795"/>
                <a:ext cx="1186433" cy="1024678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1915286" extrusionOk="0">
                    <a:moveTo>
                      <a:pt x="1266444" y="0"/>
                    </a:moveTo>
                    <a:cubicBezTo>
                      <a:pt x="1295061" y="0"/>
                      <a:pt x="1318260" y="23199"/>
                      <a:pt x="1318260" y="51816"/>
                    </a:cubicBezTo>
                    <a:lnTo>
                      <a:pt x="1318260" y="1863471"/>
                    </a:lnTo>
                    <a:cubicBezTo>
                      <a:pt x="1318260" y="1892089"/>
                      <a:pt x="1295061" y="1915287"/>
                      <a:pt x="1266444" y="1915287"/>
                    </a:cubicBezTo>
                    <a:lnTo>
                      <a:pt x="51816" y="1915287"/>
                    </a:lnTo>
                    <a:cubicBezTo>
                      <a:pt x="23198" y="1915287"/>
                      <a:pt x="0" y="1892089"/>
                      <a:pt x="0" y="1863471"/>
                    </a:cubicBezTo>
                    <a:lnTo>
                      <a:pt x="0" y="51816"/>
                    </a:lnTo>
                    <a:cubicBezTo>
                      <a:pt x="0" y="23199"/>
                      <a:pt x="23198" y="0"/>
                      <a:pt x="518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28"/>
              <p:cNvSpPr/>
              <p:nvPr/>
            </p:nvSpPr>
            <p:spPr>
              <a:xfrm>
                <a:off x="6497472" y="2113798"/>
                <a:ext cx="1186433" cy="84696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94107" extrusionOk="0">
                    <a:moveTo>
                      <a:pt x="1318260" y="51816"/>
                    </a:moveTo>
                    <a:lnTo>
                      <a:pt x="1318260" y="94107"/>
                    </a:lnTo>
                    <a:lnTo>
                      <a:pt x="0" y="94107"/>
                    </a:lnTo>
                    <a:lnTo>
                      <a:pt x="0" y="51816"/>
                    </a:lnTo>
                    <a:cubicBezTo>
                      <a:pt x="0" y="23241"/>
                      <a:pt x="23241" y="0"/>
                      <a:pt x="51816" y="0"/>
                    </a:cubicBezTo>
                    <a:lnTo>
                      <a:pt x="1266444" y="0"/>
                    </a:lnTo>
                    <a:cubicBezTo>
                      <a:pt x="1295019" y="0"/>
                      <a:pt x="1318260" y="23241"/>
                      <a:pt x="1318260" y="518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1" name="Google Shape;841;p28"/>
              <p:cNvGrpSpPr/>
              <p:nvPr/>
            </p:nvGrpSpPr>
            <p:grpSpPr>
              <a:xfrm>
                <a:off x="7512268" y="2145579"/>
                <a:ext cx="126741" cy="28145"/>
                <a:chOff x="7106888" y="4136136"/>
                <a:chExt cx="140683" cy="31241"/>
              </a:xfrm>
            </p:grpSpPr>
            <p:sp>
              <p:nvSpPr>
                <p:cNvPr id="842" name="Google Shape;842;p28"/>
                <p:cNvSpPr/>
                <p:nvPr/>
              </p:nvSpPr>
              <p:spPr>
                <a:xfrm>
                  <a:off x="7216330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28"/>
                <p:cNvSpPr/>
                <p:nvPr/>
              </p:nvSpPr>
              <p:spPr>
                <a:xfrm>
                  <a:off x="7161561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28"/>
                <p:cNvSpPr/>
                <p:nvPr/>
              </p:nvSpPr>
              <p:spPr>
                <a:xfrm>
                  <a:off x="7106888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3" y="31242"/>
                        <a:pt x="-1" y="24248"/>
                        <a:pt x="-1" y="15621"/>
                      </a:cubicBezTo>
                      <a:cubicBezTo>
                        <a:pt x="-1" y="6994"/>
                        <a:pt x="6993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45" name="Google Shape;845;p28"/>
              <p:cNvSpPr/>
              <p:nvPr/>
            </p:nvSpPr>
            <p:spPr>
              <a:xfrm>
                <a:off x="6515578" y="2215995"/>
                <a:ext cx="1150258" cy="460514"/>
              </a:xfrm>
              <a:custGeom>
                <a:avLst/>
                <a:gdLst/>
                <a:ahLst/>
                <a:cxnLst/>
                <a:rect l="l" t="t" r="r" b="b"/>
                <a:pathLst>
                  <a:path w="1278064" h="511682" extrusionOk="0">
                    <a:moveTo>
                      <a:pt x="0" y="0"/>
                    </a:moveTo>
                    <a:lnTo>
                      <a:pt x="1278064" y="0"/>
                    </a:lnTo>
                    <a:lnTo>
                      <a:pt x="1278064" y="511683"/>
                    </a:lnTo>
                    <a:lnTo>
                      <a:pt x="0" y="5116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28"/>
              <p:cNvSpPr/>
              <p:nvPr/>
            </p:nvSpPr>
            <p:spPr>
              <a:xfrm>
                <a:off x="6548699" y="2724580"/>
                <a:ext cx="316840" cy="275091"/>
              </a:xfrm>
              <a:custGeom>
                <a:avLst/>
                <a:gdLst/>
                <a:ahLst/>
                <a:cxnLst/>
                <a:rect l="l" t="t" r="r" b="b"/>
                <a:pathLst>
                  <a:path w="352044" h="305657" extrusionOk="0">
                    <a:moveTo>
                      <a:pt x="0" y="0"/>
                    </a:moveTo>
                    <a:lnTo>
                      <a:pt x="352044" y="0"/>
                    </a:lnTo>
                    <a:lnTo>
                      <a:pt x="352044" y="305657"/>
                    </a:lnTo>
                    <a:lnTo>
                      <a:pt x="0" y="3056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28"/>
              <p:cNvSpPr/>
              <p:nvPr/>
            </p:nvSpPr>
            <p:spPr>
              <a:xfrm>
                <a:off x="6896308" y="2724580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28"/>
              <p:cNvSpPr/>
              <p:nvPr/>
            </p:nvSpPr>
            <p:spPr>
              <a:xfrm>
                <a:off x="6896308" y="2775721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28"/>
              <p:cNvSpPr/>
              <p:nvPr/>
            </p:nvSpPr>
            <p:spPr>
              <a:xfrm>
                <a:off x="6896308" y="2826777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28"/>
              <p:cNvSpPr/>
              <p:nvPr/>
            </p:nvSpPr>
            <p:spPr>
              <a:xfrm>
                <a:off x="6896308" y="2877919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1" name="Google Shape;851;p28"/>
              <p:cNvGrpSpPr/>
              <p:nvPr/>
            </p:nvGrpSpPr>
            <p:grpSpPr>
              <a:xfrm>
                <a:off x="7422424" y="2953744"/>
                <a:ext cx="216586" cy="46337"/>
                <a:chOff x="7007161" y="5033200"/>
                <a:chExt cx="240411" cy="51434"/>
              </a:xfrm>
            </p:grpSpPr>
            <p:sp>
              <p:nvSpPr>
                <p:cNvPr id="852" name="Google Shape;852;p28"/>
                <p:cNvSpPr/>
                <p:nvPr/>
              </p:nvSpPr>
              <p:spPr>
                <a:xfrm>
                  <a:off x="7007161" y="5033200"/>
                  <a:ext cx="240411" cy="51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411" h="51434" extrusionOk="0">
                      <a:moveTo>
                        <a:pt x="214694" y="51435"/>
                      </a:moveTo>
                      <a:lnTo>
                        <a:pt x="25718" y="51435"/>
                      </a:lnTo>
                      <a:cubicBezTo>
                        <a:pt x="11525" y="51435"/>
                        <a:pt x="0" y="39814"/>
                        <a:pt x="0" y="25717"/>
                      </a:cubicBezTo>
                      <a:lnTo>
                        <a:pt x="0" y="25717"/>
                      </a:lnTo>
                      <a:cubicBezTo>
                        <a:pt x="0" y="11525"/>
                        <a:pt x="11621" y="0"/>
                        <a:pt x="25718" y="0"/>
                      </a:cubicBezTo>
                      <a:lnTo>
                        <a:pt x="214694" y="0"/>
                      </a:lnTo>
                      <a:cubicBezTo>
                        <a:pt x="228886" y="0"/>
                        <a:pt x="240411" y="11621"/>
                        <a:pt x="240411" y="25717"/>
                      </a:cubicBezTo>
                      <a:lnTo>
                        <a:pt x="240411" y="25717"/>
                      </a:lnTo>
                      <a:cubicBezTo>
                        <a:pt x="240411" y="39909"/>
                        <a:pt x="228791" y="51435"/>
                        <a:pt x="214694" y="514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28"/>
                <p:cNvSpPr/>
                <p:nvPr/>
              </p:nvSpPr>
              <p:spPr>
                <a:xfrm>
                  <a:off x="7073264" y="5047202"/>
                  <a:ext cx="108204" cy="23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04" h="23240" extrusionOk="0">
                      <a:moveTo>
                        <a:pt x="96584" y="23241"/>
                      </a:moveTo>
                      <a:lnTo>
                        <a:pt x="11621" y="23241"/>
                      </a:lnTo>
                      <a:cubicBezTo>
                        <a:pt x="5239" y="23241"/>
                        <a:pt x="0" y="18002"/>
                        <a:pt x="0" y="11620"/>
                      </a:cubicBezTo>
                      <a:lnTo>
                        <a:pt x="0" y="11620"/>
                      </a:lnTo>
                      <a:cubicBezTo>
                        <a:pt x="0" y="5239"/>
                        <a:pt x="5239" y="0"/>
                        <a:pt x="11621" y="0"/>
                      </a:cubicBezTo>
                      <a:lnTo>
                        <a:pt x="96584" y="0"/>
                      </a:lnTo>
                      <a:cubicBezTo>
                        <a:pt x="102965" y="0"/>
                        <a:pt x="108204" y="5239"/>
                        <a:pt x="108204" y="11620"/>
                      </a:cubicBezTo>
                      <a:lnTo>
                        <a:pt x="108204" y="11620"/>
                      </a:lnTo>
                      <a:cubicBezTo>
                        <a:pt x="108204" y="18002"/>
                        <a:pt x="102965" y="23241"/>
                        <a:pt x="96584" y="2324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4" name="Google Shape;854;p28"/>
              <p:cNvGrpSpPr/>
              <p:nvPr/>
            </p:nvGrpSpPr>
            <p:grpSpPr>
              <a:xfrm>
                <a:off x="6548871" y="2408331"/>
                <a:ext cx="1090139" cy="89414"/>
                <a:chOff x="6037516" y="4427791"/>
                <a:chExt cx="1210056" cy="99250"/>
              </a:xfrm>
            </p:grpSpPr>
            <p:sp>
              <p:nvSpPr>
                <p:cNvPr id="855" name="Google Shape;855;p28"/>
                <p:cNvSpPr/>
                <p:nvPr/>
              </p:nvSpPr>
              <p:spPr>
                <a:xfrm>
                  <a:off x="6037516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49625"/>
                      </a:moveTo>
                      <a:lnTo>
                        <a:pt x="49625" y="99251"/>
                      </a:lnTo>
                      <a:lnTo>
                        <a:pt x="49625" y="0"/>
                      </a:lnTo>
                      <a:lnTo>
                        <a:pt x="0" y="4962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28"/>
                <p:cNvSpPr/>
                <p:nvPr/>
              </p:nvSpPr>
              <p:spPr>
                <a:xfrm>
                  <a:off x="7197947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0"/>
                      </a:moveTo>
                      <a:lnTo>
                        <a:pt x="0" y="99251"/>
                      </a:lnTo>
                      <a:lnTo>
                        <a:pt x="49625" y="49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7" name="Google Shape;857;p28"/>
              <p:cNvGrpSpPr/>
              <p:nvPr/>
            </p:nvGrpSpPr>
            <p:grpSpPr>
              <a:xfrm>
                <a:off x="7012935" y="2651519"/>
                <a:ext cx="157033" cy="16304"/>
                <a:chOff x="6552628" y="4697730"/>
                <a:chExt cx="174307" cy="18097"/>
              </a:xfrm>
            </p:grpSpPr>
            <p:sp>
              <p:nvSpPr>
                <p:cNvPr id="858" name="Google Shape;858;p28"/>
                <p:cNvSpPr/>
                <p:nvPr/>
              </p:nvSpPr>
              <p:spPr>
                <a:xfrm>
                  <a:off x="655262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8" y="4000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28"/>
                <p:cNvSpPr/>
                <p:nvPr/>
              </p:nvSpPr>
              <p:spPr>
                <a:xfrm>
                  <a:off x="65916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28"/>
                <p:cNvSpPr/>
                <p:nvPr/>
              </p:nvSpPr>
              <p:spPr>
                <a:xfrm>
                  <a:off x="6630733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28"/>
                <p:cNvSpPr/>
                <p:nvPr/>
              </p:nvSpPr>
              <p:spPr>
                <a:xfrm>
                  <a:off x="66698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28"/>
                <p:cNvSpPr/>
                <p:nvPr/>
              </p:nvSpPr>
              <p:spPr>
                <a:xfrm>
                  <a:off x="670883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8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8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63" name="Google Shape;863;p28"/>
              <p:cNvSpPr/>
              <p:nvPr/>
            </p:nvSpPr>
            <p:spPr>
              <a:xfrm>
                <a:off x="6548699" y="3046960"/>
                <a:ext cx="1089050" cy="8572"/>
              </a:xfrm>
              <a:custGeom>
                <a:avLst/>
                <a:gdLst/>
                <a:ahLst/>
                <a:cxnLst/>
                <a:rect l="l" t="t" r="r" b="b"/>
                <a:pathLst>
                  <a:path w="1210055" h="9525" extrusionOk="0">
                    <a:moveTo>
                      <a:pt x="0" y="0"/>
                    </a:moveTo>
                    <a:lnTo>
                      <a:pt x="1210056" y="0"/>
                    </a:lnTo>
                  </a:path>
                </a:pathLst>
              </a:custGeom>
              <a:noFill/>
              <a:ln w="17525" cap="flat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4" name="Google Shape;864;p28"/>
              <p:cNvGrpSpPr/>
              <p:nvPr/>
            </p:nvGrpSpPr>
            <p:grpSpPr>
              <a:xfrm>
                <a:off x="6505708" y="2659414"/>
                <a:ext cx="413779" cy="413778"/>
                <a:chOff x="5989605" y="4706493"/>
                <a:chExt cx="459295" cy="459294"/>
              </a:xfrm>
            </p:grpSpPr>
            <p:grpSp>
              <p:nvGrpSpPr>
                <p:cNvPr id="865" name="Google Shape;865;p28"/>
                <p:cNvGrpSpPr/>
                <p:nvPr/>
              </p:nvGrpSpPr>
              <p:grpSpPr>
                <a:xfrm>
                  <a:off x="6001893" y="4718780"/>
                  <a:ext cx="444150" cy="444151"/>
                  <a:chOff x="6001893" y="4718780"/>
                  <a:chExt cx="444150" cy="444151"/>
                </a:xfrm>
              </p:grpSpPr>
              <p:sp>
                <p:nvSpPr>
                  <p:cNvPr id="866" name="Google Shape;866;p28"/>
                  <p:cNvSpPr/>
                  <p:nvPr/>
                </p:nvSpPr>
                <p:spPr>
                  <a:xfrm>
                    <a:off x="6017418" y="5153406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388048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" name="Google Shape;867;p28"/>
                  <p:cNvSpPr/>
                  <p:nvPr/>
                </p:nvSpPr>
                <p:spPr>
                  <a:xfrm>
                    <a:off x="6001893" y="4734306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388049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" name="Google Shape;868;p28"/>
                  <p:cNvSpPr/>
                  <p:nvPr/>
                </p:nvSpPr>
                <p:spPr>
                  <a:xfrm>
                    <a:off x="6032944" y="4718780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0" y="0"/>
                        </a:moveTo>
                        <a:lnTo>
                          <a:pt x="388048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9" name="Google Shape;869;p28"/>
                  <p:cNvSpPr/>
                  <p:nvPr/>
                </p:nvSpPr>
                <p:spPr>
                  <a:xfrm>
                    <a:off x="6436518" y="4749831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0"/>
                        </a:moveTo>
                        <a:lnTo>
                          <a:pt x="0" y="388049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70" name="Google Shape;870;p28"/>
                <p:cNvGrpSpPr/>
                <p:nvPr/>
              </p:nvGrpSpPr>
              <p:grpSpPr>
                <a:xfrm>
                  <a:off x="5989605" y="4706493"/>
                  <a:ext cx="459295" cy="459294"/>
                  <a:chOff x="5989605" y="4706493"/>
                  <a:chExt cx="459295" cy="459294"/>
                </a:xfrm>
              </p:grpSpPr>
              <p:grpSp>
                <p:nvGrpSpPr>
                  <p:cNvPr id="871" name="Google Shape;871;p28"/>
                  <p:cNvGrpSpPr/>
                  <p:nvPr/>
                </p:nvGrpSpPr>
                <p:grpSpPr>
                  <a:xfrm>
                    <a:off x="5989605" y="4706493"/>
                    <a:ext cx="459295" cy="24669"/>
                    <a:chOff x="5989605" y="4706493"/>
                    <a:chExt cx="459295" cy="24669"/>
                  </a:xfrm>
                </p:grpSpPr>
                <p:sp>
                  <p:nvSpPr>
                    <p:cNvPr id="872" name="Google Shape;872;p28"/>
                    <p:cNvSpPr/>
                    <p:nvPr/>
                  </p:nvSpPr>
                  <p:spPr>
                    <a:xfrm>
                      <a:off x="5989605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3" name="Google Shape;873;p28"/>
                    <p:cNvSpPr/>
                    <p:nvPr/>
                  </p:nvSpPr>
                  <p:spPr>
                    <a:xfrm>
                      <a:off x="620687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4" name="Google Shape;874;p28"/>
                    <p:cNvSpPr/>
                    <p:nvPr/>
                  </p:nvSpPr>
                  <p:spPr>
                    <a:xfrm>
                      <a:off x="642423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5" name="Google Shape;875;p28"/>
                  <p:cNvGrpSpPr/>
                  <p:nvPr/>
                </p:nvGrpSpPr>
                <p:grpSpPr>
                  <a:xfrm>
                    <a:off x="5989605" y="4923758"/>
                    <a:ext cx="459295" cy="24669"/>
                    <a:chOff x="5989605" y="4923758"/>
                    <a:chExt cx="459295" cy="24669"/>
                  </a:xfrm>
                </p:grpSpPr>
                <p:sp>
                  <p:nvSpPr>
                    <p:cNvPr id="876" name="Google Shape;876;p28"/>
                    <p:cNvSpPr/>
                    <p:nvPr/>
                  </p:nvSpPr>
                  <p:spPr>
                    <a:xfrm>
                      <a:off x="5989605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7" name="Google Shape;877;p28"/>
                    <p:cNvSpPr/>
                    <p:nvPr/>
                  </p:nvSpPr>
                  <p:spPr>
                    <a:xfrm>
                      <a:off x="6424231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8" name="Google Shape;878;p28"/>
                  <p:cNvGrpSpPr/>
                  <p:nvPr/>
                </p:nvGrpSpPr>
                <p:grpSpPr>
                  <a:xfrm>
                    <a:off x="5989605" y="5141118"/>
                    <a:ext cx="459295" cy="24669"/>
                    <a:chOff x="5989605" y="5141118"/>
                    <a:chExt cx="459295" cy="24669"/>
                  </a:xfrm>
                </p:grpSpPr>
                <p:sp>
                  <p:nvSpPr>
                    <p:cNvPr id="879" name="Google Shape;879;p28"/>
                    <p:cNvSpPr/>
                    <p:nvPr/>
                  </p:nvSpPr>
                  <p:spPr>
                    <a:xfrm>
                      <a:off x="5989605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0" name="Google Shape;880;p28"/>
                    <p:cNvSpPr/>
                    <p:nvPr/>
                  </p:nvSpPr>
                  <p:spPr>
                    <a:xfrm>
                      <a:off x="620687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1" name="Google Shape;881;p28"/>
                    <p:cNvSpPr/>
                    <p:nvPr/>
                  </p:nvSpPr>
                  <p:spPr>
                    <a:xfrm>
                      <a:off x="642423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882" name="Google Shape;882;p28"/>
            <p:cNvGrpSpPr/>
            <p:nvPr/>
          </p:nvGrpSpPr>
          <p:grpSpPr>
            <a:xfrm>
              <a:off x="5248799" y="1817418"/>
              <a:ext cx="479083" cy="595031"/>
              <a:chOff x="5580610" y="1953710"/>
              <a:chExt cx="392498" cy="487491"/>
            </a:xfrm>
          </p:grpSpPr>
          <p:grpSp>
            <p:nvGrpSpPr>
              <p:cNvPr id="883" name="Google Shape;883;p28"/>
              <p:cNvGrpSpPr/>
              <p:nvPr/>
            </p:nvGrpSpPr>
            <p:grpSpPr>
              <a:xfrm>
                <a:off x="5580610" y="1953710"/>
                <a:ext cx="392498" cy="487491"/>
                <a:chOff x="7385113" y="1535430"/>
                <a:chExt cx="435673" cy="541115"/>
              </a:xfrm>
            </p:grpSpPr>
            <p:sp>
              <p:nvSpPr>
                <p:cNvPr id="884" name="Google Shape;884;p28"/>
                <p:cNvSpPr/>
                <p:nvPr/>
              </p:nvSpPr>
              <p:spPr>
                <a:xfrm>
                  <a:off x="7385113" y="1535430"/>
                  <a:ext cx="435673" cy="541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73" h="541115" extrusionOk="0">
                      <a:moveTo>
                        <a:pt x="394621" y="0"/>
                      </a:moveTo>
                      <a:cubicBezTo>
                        <a:pt x="417294" y="0"/>
                        <a:pt x="435674" y="18380"/>
                        <a:pt x="435674" y="41053"/>
                      </a:cubicBezTo>
                      <a:lnTo>
                        <a:pt x="435674" y="500062"/>
                      </a:lnTo>
                      <a:cubicBezTo>
                        <a:pt x="435674" y="522735"/>
                        <a:pt x="417294" y="541115"/>
                        <a:pt x="394621" y="541115"/>
                      </a:cubicBezTo>
                      <a:lnTo>
                        <a:pt x="41053" y="541115"/>
                      </a:lnTo>
                      <a:cubicBezTo>
                        <a:pt x="18380" y="541115"/>
                        <a:pt x="0" y="522735"/>
                        <a:pt x="0" y="50006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5" name="Google Shape;885;p28"/>
                <p:cNvGrpSpPr/>
                <p:nvPr/>
              </p:nvGrpSpPr>
              <p:grpSpPr>
                <a:xfrm>
                  <a:off x="7612094" y="1566576"/>
                  <a:ext cx="164781" cy="41529"/>
                  <a:chOff x="7612094" y="1566576"/>
                  <a:chExt cx="164781" cy="41529"/>
                </a:xfrm>
              </p:grpSpPr>
              <p:sp>
                <p:nvSpPr>
                  <p:cNvPr id="886" name="Google Shape;886;p28"/>
                  <p:cNvSpPr/>
                  <p:nvPr/>
                </p:nvSpPr>
                <p:spPr>
                  <a:xfrm>
                    <a:off x="7735347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7" name="Google Shape;887;p28"/>
                  <p:cNvSpPr/>
                  <p:nvPr/>
                </p:nvSpPr>
                <p:spPr>
                  <a:xfrm>
                    <a:off x="7673721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4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8" name="Google Shape;888;p28"/>
                  <p:cNvSpPr/>
                  <p:nvPr/>
                </p:nvSpPr>
                <p:spPr>
                  <a:xfrm>
                    <a:off x="7612094" y="1566576"/>
                    <a:ext cx="41529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89" name="Google Shape;889;p28"/>
              <p:cNvGrpSpPr/>
              <p:nvPr/>
            </p:nvGrpSpPr>
            <p:grpSpPr>
              <a:xfrm>
                <a:off x="5612446" y="2047672"/>
                <a:ext cx="323505" cy="338352"/>
                <a:chOff x="7420451" y="1639728"/>
                <a:chExt cx="359091" cy="375571"/>
              </a:xfrm>
            </p:grpSpPr>
            <p:sp>
              <p:nvSpPr>
                <p:cNvPr id="890" name="Google Shape;890;p28"/>
                <p:cNvSpPr/>
                <p:nvPr/>
              </p:nvSpPr>
              <p:spPr>
                <a:xfrm>
                  <a:off x="7420451" y="1852041"/>
                  <a:ext cx="357473" cy="163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73" h="163258" extrusionOk="0">
                      <a:moveTo>
                        <a:pt x="40196" y="72962"/>
                      </a:moveTo>
                      <a:lnTo>
                        <a:pt x="0" y="72962"/>
                      </a:lnTo>
                      <a:lnTo>
                        <a:pt x="0" y="90297"/>
                      </a:lnTo>
                      <a:lnTo>
                        <a:pt x="40196" y="90297"/>
                      </a:lnTo>
                      <a:lnTo>
                        <a:pt x="40196" y="72962"/>
                      </a:lnTo>
                      <a:close/>
                      <a:moveTo>
                        <a:pt x="185166" y="126778"/>
                      </a:moveTo>
                      <a:lnTo>
                        <a:pt x="294894" y="126778"/>
                      </a:lnTo>
                      <a:lnTo>
                        <a:pt x="294894" y="109347"/>
                      </a:lnTo>
                      <a:lnTo>
                        <a:pt x="185166" y="109347"/>
                      </a:lnTo>
                      <a:lnTo>
                        <a:pt x="185166" y="126778"/>
                      </a:lnTo>
                      <a:close/>
                      <a:moveTo>
                        <a:pt x="294894" y="0"/>
                      </a:moveTo>
                      <a:lnTo>
                        <a:pt x="38291" y="0"/>
                      </a:lnTo>
                      <a:lnTo>
                        <a:pt x="38291" y="17335"/>
                      </a:lnTo>
                      <a:lnTo>
                        <a:pt x="294894" y="17335"/>
                      </a:lnTo>
                      <a:lnTo>
                        <a:pt x="294894" y="0"/>
                      </a:lnTo>
                      <a:close/>
                      <a:moveTo>
                        <a:pt x="0" y="163259"/>
                      </a:moveTo>
                      <a:lnTo>
                        <a:pt x="99632" y="163259"/>
                      </a:lnTo>
                      <a:lnTo>
                        <a:pt x="99632" y="145828"/>
                      </a:lnTo>
                      <a:lnTo>
                        <a:pt x="0" y="145828"/>
                      </a:lnTo>
                      <a:lnTo>
                        <a:pt x="0" y="163259"/>
                      </a:lnTo>
                      <a:close/>
                      <a:moveTo>
                        <a:pt x="76581" y="36481"/>
                      </a:moveTo>
                      <a:lnTo>
                        <a:pt x="0" y="36481"/>
                      </a:lnTo>
                      <a:lnTo>
                        <a:pt x="0" y="53816"/>
                      </a:lnTo>
                      <a:lnTo>
                        <a:pt x="76581" y="53816"/>
                      </a:lnTo>
                      <a:lnTo>
                        <a:pt x="76581" y="36481"/>
                      </a:lnTo>
                      <a:close/>
                      <a:moveTo>
                        <a:pt x="52483" y="90297"/>
                      </a:moveTo>
                      <a:lnTo>
                        <a:pt x="207836" y="90297"/>
                      </a:lnTo>
                      <a:lnTo>
                        <a:pt x="207836" y="72962"/>
                      </a:lnTo>
                      <a:lnTo>
                        <a:pt x="52483" y="72962"/>
                      </a:lnTo>
                      <a:lnTo>
                        <a:pt x="52483" y="90297"/>
                      </a:lnTo>
                      <a:close/>
                      <a:moveTo>
                        <a:pt x="164402" y="109347"/>
                      </a:moveTo>
                      <a:lnTo>
                        <a:pt x="0" y="109347"/>
                      </a:lnTo>
                      <a:lnTo>
                        <a:pt x="0" y="126778"/>
                      </a:lnTo>
                      <a:lnTo>
                        <a:pt x="164402" y="126778"/>
                      </a:lnTo>
                      <a:lnTo>
                        <a:pt x="164402" y="109347"/>
                      </a:lnTo>
                      <a:close/>
                      <a:moveTo>
                        <a:pt x="220218" y="90297"/>
                      </a:moveTo>
                      <a:lnTo>
                        <a:pt x="357378" y="90297"/>
                      </a:lnTo>
                      <a:lnTo>
                        <a:pt x="357378" y="72962"/>
                      </a:lnTo>
                      <a:lnTo>
                        <a:pt x="220218" y="72962"/>
                      </a:lnTo>
                      <a:lnTo>
                        <a:pt x="220218" y="90297"/>
                      </a:lnTo>
                      <a:close/>
                      <a:moveTo>
                        <a:pt x="97441" y="53816"/>
                      </a:moveTo>
                      <a:lnTo>
                        <a:pt x="357474" y="53816"/>
                      </a:lnTo>
                      <a:lnTo>
                        <a:pt x="357474" y="36481"/>
                      </a:lnTo>
                      <a:lnTo>
                        <a:pt x="97441" y="36481"/>
                      </a:lnTo>
                      <a:lnTo>
                        <a:pt x="97441" y="53816"/>
                      </a:lnTo>
                      <a:close/>
                      <a:moveTo>
                        <a:pt x="305371" y="0"/>
                      </a:moveTo>
                      <a:lnTo>
                        <a:pt x="305371" y="17335"/>
                      </a:lnTo>
                      <a:lnTo>
                        <a:pt x="357378" y="17335"/>
                      </a:lnTo>
                      <a:lnTo>
                        <a:pt x="357378" y="0"/>
                      </a:lnTo>
                      <a:lnTo>
                        <a:pt x="305371" y="0"/>
                      </a:lnTo>
                      <a:close/>
                      <a:moveTo>
                        <a:pt x="315659" y="126778"/>
                      </a:moveTo>
                      <a:lnTo>
                        <a:pt x="357378" y="126778"/>
                      </a:lnTo>
                      <a:lnTo>
                        <a:pt x="357378" y="109347"/>
                      </a:lnTo>
                      <a:lnTo>
                        <a:pt x="315659" y="109347"/>
                      </a:lnTo>
                      <a:lnTo>
                        <a:pt x="315659" y="126778"/>
                      </a:lnTo>
                      <a:close/>
                      <a:moveTo>
                        <a:pt x="120396" y="163259"/>
                      </a:moveTo>
                      <a:lnTo>
                        <a:pt x="222981" y="163259"/>
                      </a:lnTo>
                      <a:lnTo>
                        <a:pt x="222981" y="145828"/>
                      </a:lnTo>
                      <a:lnTo>
                        <a:pt x="120396" y="145828"/>
                      </a:lnTo>
                      <a:lnTo>
                        <a:pt x="120396" y="163259"/>
                      </a:lnTo>
                      <a:close/>
                      <a:moveTo>
                        <a:pt x="235363" y="163259"/>
                      </a:moveTo>
                      <a:lnTo>
                        <a:pt x="313563" y="163259"/>
                      </a:lnTo>
                      <a:lnTo>
                        <a:pt x="313563" y="145828"/>
                      </a:lnTo>
                      <a:lnTo>
                        <a:pt x="235363" y="145828"/>
                      </a:lnTo>
                      <a:lnTo>
                        <a:pt x="235363" y="16325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28"/>
                <p:cNvSpPr/>
                <p:nvPr/>
              </p:nvSpPr>
              <p:spPr>
                <a:xfrm>
                  <a:off x="7425594" y="1639728"/>
                  <a:ext cx="353948" cy="180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948" h="180117" extrusionOk="0">
                      <a:moveTo>
                        <a:pt x="0" y="0"/>
                      </a:moveTo>
                      <a:lnTo>
                        <a:pt x="353949" y="0"/>
                      </a:lnTo>
                      <a:lnTo>
                        <a:pt x="353949" y="180118"/>
                      </a:lnTo>
                      <a:lnTo>
                        <a:pt x="0" y="1801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92" name="Google Shape;892;p28"/>
            <p:cNvGrpSpPr/>
            <p:nvPr/>
          </p:nvGrpSpPr>
          <p:grpSpPr>
            <a:xfrm>
              <a:off x="7810967" y="2543174"/>
              <a:ext cx="1047787" cy="27232"/>
              <a:chOff x="7384446" y="3573113"/>
              <a:chExt cx="952880" cy="24765"/>
            </a:xfrm>
          </p:grpSpPr>
          <p:sp>
            <p:nvSpPr>
              <p:cNvPr id="893" name="Google Shape;893;p28"/>
              <p:cNvSpPr/>
              <p:nvPr/>
            </p:nvSpPr>
            <p:spPr>
              <a:xfrm>
                <a:off x="7396162" y="3585495"/>
                <a:ext cx="929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9354" h="9525" extrusionOk="0">
                    <a:moveTo>
                      <a:pt x="929354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28"/>
              <p:cNvSpPr/>
              <p:nvPr/>
            </p:nvSpPr>
            <p:spPr>
              <a:xfrm>
                <a:off x="8312562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19240" y="0"/>
                      <a:pt x="24765" y="5524"/>
                      <a:pt x="24765" y="12382"/>
                    </a:cubicBezTo>
                    <a:cubicBezTo>
                      <a:pt x="24765" y="19240"/>
                      <a:pt x="19240" y="24765"/>
                      <a:pt x="12382" y="24765"/>
                    </a:cubicBezTo>
                    <a:cubicBezTo>
                      <a:pt x="5524" y="24765"/>
                      <a:pt x="0" y="19240"/>
                      <a:pt x="0" y="12382"/>
                    </a:cubicBezTo>
                    <a:cubicBezTo>
                      <a:pt x="0" y="5524"/>
                      <a:pt x="5524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28"/>
              <p:cNvSpPr/>
              <p:nvPr/>
            </p:nvSpPr>
            <p:spPr>
              <a:xfrm>
                <a:off x="7384446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5524" y="0"/>
                      <a:pt x="0" y="5524"/>
                      <a:pt x="0" y="12382"/>
                    </a:cubicBezTo>
                    <a:cubicBezTo>
                      <a:pt x="0" y="19240"/>
                      <a:pt x="5524" y="24765"/>
                      <a:pt x="12382" y="24765"/>
                    </a:cubicBezTo>
                    <a:cubicBezTo>
                      <a:pt x="19240" y="24765"/>
                      <a:pt x="24765" y="19240"/>
                      <a:pt x="24765" y="12382"/>
                    </a:cubicBezTo>
                    <a:cubicBezTo>
                      <a:pt x="24765" y="5524"/>
                      <a:pt x="19240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6" name="Google Shape;896;p28"/>
            <p:cNvGrpSpPr/>
            <p:nvPr/>
          </p:nvGrpSpPr>
          <p:grpSpPr>
            <a:xfrm>
              <a:off x="8348540" y="2013384"/>
              <a:ext cx="657643" cy="856749"/>
              <a:chOff x="-2" y="3134666"/>
              <a:chExt cx="498554" cy="649495"/>
            </a:xfrm>
          </p:grpSpPr>
          <p:grpSp>
            <p:nvGrpSpPr>
              <p:cNvPr id="897" name="Google Shape;897;p28"/>
              <p:cNvGrpSpPr/>
              <p:nvPr/>
            </p:nvGrpSpPr>
            <p:grpSpPr>
              <a:xfrm>
                <a:off x="-2" y="3134666"/>
                <a:ext cx="498554" cy="649495"/>
                <a:chOff x="895350" y="4265199"/>
                <a:chExt cx="598074" cy="779145"/>
              </a:xfrm>
            </p:grpSpPr>
            <p:sp>
              <p:nvSpPr>
                <p:cNvPr id="898" name="Google Shape;898;p28"/>
                <p:cNvSpPr/>
                <p:nvPr/>
              </p:nvSpPr>
              <p:spPr>
                <a:xfrm>
                  <a:off x="895350" y="4265199"/>
                  <a:ext cx="598074" cy="779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074" h="779145" extrusionOk="0">
                      <a:moveTo>
                        <a:pt x="557022" y="0"/>
                      </a:moveTo>
                      <a:cubicBezTo>
                        <a:pt x="579695" y="0"/>
                        <a:pt x="598075" y="18380"/>
                        <a:pt x="598075" y="41053"/>
                      </a:cubicBezTo>
                      <a:lnTo>
                        <a:pt x="598075" y="738092"/>
                      </a:lnTo>
                      <a:cubicBezTo>
                        <a:pt x="598075" y="760765"/>
                        <a:pt x="579695" y="779145"/>
                        <a:pt x="557022" y="779145"/>
                      </a:cubicBezTo>
                      <a:lnTo>
                        <a:pt x="41053" y="779145"/>
                      </a:lnTo>
                      <a:cubicBezTo>
                        <a:pt x="18380" y="779145"/>
                        <a:pt x="0" y="760765"/>
                        <a:pt x="0" y="73809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99" name="Google Shape;899;p28"/>
                <p:cNvGrpSpPr/>
                <p:nvPr/>
              </p:nvGrpSpPr>
              <p:grpSpPr>
                <a:xfrm>
                  <a:off x="1284732" y="4296441"/>
                  <a:ext cx="164876" cy="41528"/>
                  <a:chOff x="1284732" y="4296441"/>
                  <a:chExt cx="164876" cy="41528"/>
                </a:xfrm>
              </p:grpSpPr>
              <p:sp>
                <p:nvSpPr>
                  <p:cNvPr id="900" name="Google Shape;900;p28"/>
                  <p:cNvSpPr/>
                  <p:nvPr/>
                </p:nvSpPr>
                <p:spPr>
                  <a:xfrm>
                    <a:off x="1408080" y="4296441"/>
                    <a:ext cx="41528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4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1" name="Google Shape;901;p28"/>
                  <p:cNvSpPr/>
                  <p:nvPr/>
                </p:nvSpPr>
                <p:spPr>
                  <a:xfrm>
                    <a:off x="1346358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5" y="41529"/>
                          <a:pt x="20765" y="41529"/>
                        </a:cubicBezTo>
                        <a:cubicBezTo>
                          <a:pt x="9335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5" y="0"/>
                          <a:pt x="20765" y="0"/>
                        </a:cubicBezTo>
                        <a:cubicBezTo>
                          <a:pt x="32195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2" name="Google Shape;902;p28"/>
                  <p:cNvSpPr/>
                  <p:nvPr/>
                </p:nvSpPr>
                <p:spPr>
                  <a:xfrm>
                    <a:off x="1284732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5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5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03" name="Google Shape;903;p28"/>
              <p:cNvGrpSpPr/>
              <p:nvPr/>
            </p:nvGrpSpPr>
            <p:grpSpPr>
              <a:xfrm>
                <a:off x="59230" y="3269171"/>
                <a:ext cx="382391" cy="400019"/>
                <a:chOff x="966406" y="4426553"/>
                <a:chExt cx="458723" cy="479869"/>
              </a:xfrm>
            </p:grpSpPr>
            <p:sp>
              <p:nvSpPr>
                <p:cNvPr id="904" name="Google Shape;904;p28"/>
                <p:cNvSpPr/>
                <p:nvPr/>
              </p:nvSpPr>
              <p:spPr>
                <a:xfrm>
                  <a:off x="966406" y="4697825"/>
                  <a:ext cx="456723" cy="20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723" h="208597" extrusionOk="0">
                      <a:moveTo>
                        <a:pt x="51340" y="93250"/>
                      </a:moveTo>
                      <a:lnTo>
                        <a:pt x="0" y="93250"/>
                      </a:lnTo>
                      <a:lnTo>
                        <a:pt x="0" y="115443"/>
                      </a:lnTo>
                      <a:lnTo>
                        <a:pt x="51340" y="115443"/>
                      </a:lnTo>
                      <a:lnTo>
                        <a:pt x="51340" y="93250"/>
                      </a:lnTo>
                      <a:close/>
                      <a:moveTo>
                        <a:pt x="236601" y="162020"/>
                      </a:moveTo>
                      <a:lnTo>
                        <a:pt x="376904" y="162020"/>
                      </a:lnTo>
                      <a:lnTo>
                        <a:pt x="376904" y="139827"/>
                      </a:lnTo>
                      <a:lnTo>
                        <a:pt x="236601" y="139827"/>
                      </a:lnTo>
                      <a:lnTo>
                        <a:pt x="236601" y="162020"/>
                      </a:lnTo>
                      <a:close/>
                      <a:moveTo>
                        <a:pt x="376809" y="0"/>
                      </a:moveTo>
                      <a:lnTo>
                        <a:pt x="48863" y="0"/>
                      </a:lnTo>
                      <a:lnTo>
                        <a:pt x="48863" y="22193"/>
                      </a:lnTo>
                      <a:lnTo>
                        <a:pt x="376809" y="22193"/>
                      </a:lnTo>
                      <a:lnTo>
                        <a:pt x="376809" y="0"/>
                      </a:lnTo>
                      <a:close/>
                      <a:moveTo>
                        <a:pt x="0" y="208597"/>
                      </a:moveTo>
                      <a:lnTo>
                        <a:pt x="127349" y="208597"/>
                      </a:lnTo>
                      <a:lnTo>
                        <a:pt x="127349" y="186404"/>
                      </a:lnTo>
                      <a:lnTo>
                        <a:pt x="0" y="186404"/>
                      </a:lnTo>
                      <a:lnTo>
                        <a:pt x="0" y="208597"/>
                      </a:lnTo>
                      <a:close/>
                      <a:moveTo>
                        <a:pt x="97917" y="46577"/>
                      </a:moveTo>
                      <a:lnTo>
                        <a:pt x="0" y="46577"/>
                      </a:lnTo>
                      <a:lnTo>
                        <a:pt x="0" y="68771"/>
                      </a:lnTo>
                      <a:lnTo>
                        <a:pt x="97917" y="68771"/>
                      </a:lnTo>
                      <a:lnTo>
                        <a:pt x="97917" y="46577"/>
                      </a:lnTo>
                      <a:close/>
                      <a:moveTo>
                        <a:pt x="67056" y="115348"/>
                      </a:moveTo>
                      <a:lnTo>
                        <a:pt x="265557" y="115348"/>
                      </a:lnTo>
                      <a:lnTo>
                        <a:pt x="265557" y="93154"/>
                      </a:lnTo>
                      <a:lnTo>
                        <a:pt x="67056" y="93154"/>
                      </a:lnTo>
                      <a:lnTo>
                        <a:pt x="67056" y="115348"/>
                      </a:lnTo>
                      <a:close/>
                      <a:moveTo>
                        <a:pt x="210026" y="139732"/>
                      </a:moveTo>
                      <a:lnTo>
                        <a:pt x="0" y="139732"/>
                      </a:lnTo>
                      <a:lnTo>
                        <a:pt x="0" y="161925"/>
                      </a:lnTo>
                      <a:lnTo>
                        <a:pt x="210122" y="161925"/>
                      </a:lnTo>
                      <a:lnTo>
                        <a:pt x="210122" y="139732"/>
                      </a:lnTo>
                      <a:close/>
                      <a:moveTo>
                        <a:pt x="281369" y="115348"/>
                      </a:moveTo>
                      <a:lnTo>
                        <a:pt x="456724" y="115348"/>
                      </a:lnTo>
                      <a:lnTo>
                        <a:pt x="456724" y="93154"/>
                      </a:lnTo>
                      <a:lnTo>
                        <a:pt x="281369" y="93154"/>
                      </a:lnTo>
                      <a:lnTo>
                        <a:pt x="281369" y="115348"/>
                      </a:lnTo>
                      <a:close/>
                      <a:moveTo>
                        <a:pt x="124397" y="68771"/>
                      </a:moveTo>
                      <a:lnTo>
                        <a:pt x="456629" y="68771"/>
                      </a:lnTo>
                      <a:lnTo>
                        <a:pt x="456629" y="46577"/>
                      </a:lnTo>
                      <a:lnTo>
                        <a:pt x="124397" y="46577"/>
                      </a:lnTo>
                      <a:lnTo>
                        <a:pt x="124397" y="68771"/>
                      </a:lnTo>
                      <a:close/>
                      <a:moveTo>
                        <a:pt x="390144" y="0"/>
                      </a:moveTo>
                      <a:lnTo>
                        <a:pt x="390144" y="22193"/>
                      </a:lnTo>
                      <a:lnTo>
                        <a:pt x="456629" y="22193"/>
                      </a:lnTo>
                      <a:lnTo>
                        <a:pt x="456629" y="0"/>
                      </a:lnTo>
                      <a:lnTo>
                        <a:pt x="390144" y="0"/>
                      </a:lnTo>
                      <a:close/>
                      <a:moveTo>
                        <a:pt x="403289" y="162020"/>
                      </a:moveTo>
                      <a:lnTo>
                        <a:pt x="456629" y="162020"/>
                      </a:lnTo>
                      <a:lnTo>
                        <a:pt x="456629" y="139827"/>
                      </a:lnTo>
                      <a:lnTo>
                        <a:pt x="403289" y="139827"/>
                      </a:lnTo>
                      <a:lnTo>
                        <a:pt x="403289" y="162020"/>
                      </a:lnTo>
                      <a:close/>
                      <a:moveTo>
                        <a:pt x="153734" y="208597"/>
                      </a:moveTo>
                      <a:lnTo>
                        <a:pt x="284893" y="208597"/>
                      </a:lnTo>
                      <a:lnTo>
                        <a:pt x="284893" y="186404"/>
                      </a:lnTo>
                      <a:lnTo>
                        <a:pt x="153734" y="186404"/>
                      </a:lnTo>
                      <a:lnTo>
                        <a:pt x="153734" y="208597"/>
                      </a:lnTo>
                      <a:close/>
                      <a:moveTo>
                        <a:pt x="300704" y="208597"/>
                      </a:moveTo>
                      <a:lnTo>
                        <a:pt x="400622" y="208597"/>
                      </a:lnTo>
                      <a:lnTo>
                        <a:pt x="400622" y="186404"/>
                      </a:lnTo>
                      <a:lnTo>
                        <a:pt x="300704" y="186404"/>
                      </a:lnTo>
                      <a:lnTo>
                        <a:pt x="300704" y="20859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8"/>
                <p:cNvSpPr/>
                <p:nvPr/>
              </p:nvSpPr>
              <p:spPr>
                <a:xfrm>
                  <a:off x="972883" y="4426553"/>
                  <a:ext cx="452246" cy="230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230219" extrusionOk="0">
                      <a:moveTo>
                        <a:pt x="0" y="0"/>
                      </a:moveTo>
                      <a:lnTo>
                        <a:pt x="452247" y="0"/>
                      </a:lnTo>
                      <a:lnTo>
                        <a:pt x="452247" y="230219"/>
                      </a:lnTo>
                      <a:lnTo>
                        <a:pt x="0" y="2302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06" name="Google Shape;906;p28"/>
            <p:cNvGrpSpPr/>
            <p:nvPr/>
          </p:nvGrpSpPr>
          <p:grpSpPr>
            <a:xfrm>
              <a:off x="5165167" y="2950875"/>
              <a:ext cx="645598" cy="1166771"/>
              <a:chOff x="5165167" y="2950875"/>
              <a:chExt cx="645598" cy="1166771"/>
            </a:xfrm>
          </p:grpSpPr>
          <p:grpSp>
            <p:nvGrpSpPr>
              <p:cNvPr id="907" name="Google Shape;907;p28"/>
              <p:cNvGrpSpPr/>
              <p:nvPr/>
            </p:nvGrpSpPr>
            <p:grpSpPr>
              <a:xfrm>
                <a:off x="5165167" y="2950875"/>
                <a:ext cx="645598" cy="1166771"/>
                <a:chOff x="1024660" y="3708890"/>
                <a:chExt cx="489423" cy="884520"/>
              </a:xfrm>
            </p:grpSpPr>
            <p:grpSp>
              <p:nvGrpSpPr>
                <p:cNvPr id="908" name="Google Shape;908;p28"/>
                <p:cNvGrpSpPr/>
                <p:nvPr/>
              </p:nvGrpSpPr>
              <p:grpSpPr>
                <a:xfrm>
                  <a:off x="1024660" y="3708890"/>
                  <a:ext cx="489423" cy="884520"/>
                  <a:chOff x="2124551" y="4954047"/>
                  <a:chExt cx="587120" cy="1061085"/>
                </a:xfrm>
              </p:grpSpPr>
              <p:sp>
                <p:nvSpPr>
                  <p:cNvPr id="909" name="Google Shape;909;p28"/>
                  <p:cNvSpPr/>
                  <p:nvPr/>
                </p:nvSpPr>
                <p:spPr>
                  <a:xfrm>
                    <a:off x="2124551" y="4954047"/>
                    <a:ext cx="587120" cy="1061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7120" h="1061085" extrusionOk="0">
                        <a:moveTo>
                          <a:pt x="91440" y="0"/>
                        </a:moveTo>
                        <a:lnTo>
                          <a:pt x="495681" y="0"/>
                        </a:lnTo>
                        <a:cubicBezTo>
                          <a:pt x="546163" y="0"/>
                          <a:pt x="587121" y="40958"/>
                          <a:pt x="587121" y="91440"/>
                        </a:cubicBezTo>
                        <a:lnTo>
                          <a:pt x="587121" y="969645"/>
                        </a:lnTo>
                        <a:cubicBezTo>
                          <a:pt x="587121" y="1020128"/>
                          <a:pt x="546163" y="1061085"/>
                          <a:pt x="495681" y="1061085"/>
                        </a:cubicBezTo>
                        <a:lnTo>
                          <a:pt x="91440" y="1061085"/>
                        </a:lnTo>
                        <a:cubicBezTo>
                          <a:pt x="40958" y="1061085"/>
                          <a:pt x="0" y="1020128"/>
                          <a:pt x="0" y="969645"/>
                        </a:cubicBezTo>
                        <a:lnTo>
                          <a:pt x="0" y="91440"/>
                        </a:lnTo>
                        <a:cubicBezTo>
                          <a:pt x="0" y="40958"/>
                          <a:pt x="40958" y="0"/>
                          <a:pt x="9144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" name="Google Shape;910;p28"/>
                  <p:cNvSpPr/>
                  <p:nvPr/>
                </p:nvSpPr>
                <p:spPr>
                  <a:xfrm>
                    <a:off x="2339530" y="4987099"/>
                    <a:ext cx="157162" cy="25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162" h="25527" extrusionOk="0">
                        <a:moveTo>
                          <a:pt x="144399" y="25527"/>
                        </a:moveTo>
                        <a:lnTo>
                          <a:pt x="12764" y="25527"/>
                        </a:lnTo>
                        <a:cubicBezTo>
                          <a:pt x="5715" y="25527"/>
                          <a:pt x="0" y="19812"/>
                          <a:pt x="0" y="12764"/>
                        </a:cubicBezTo>
                        <a:lnTo>
                          <a:pt x="0" y="12764"/>
                        </a:lnTo>
                        <a:cubicBezTo>
                          <a:pt x="0" y="5715"/>
                          <a:pt x="5715" y="0"/>
                          <a:pt x="12764" y="0"/>
                        </a:cubicBezTo>
                        <a:lnTo>
                          <a:pt x="144399" y="0"/>
                        </a:lnTo>
                        <a:cubicBezTo>
                          <a:pt x="151448" y="0"/>
                          <a:pt x="157163" y="5715"/>
                          <a:pt x="157163" y="12764"/>
                        </a:cubicBezTo>
                        <a:lnTo>
                          <a:pt x="157163" y="12764"/>
                        </a:lnTo>
                        <a:cubicBezTo>
                          <a:pt x="157163" y="19812"/>
                          <a:pt x="151448" y="25527"/>
                          <a:pt x="144399" y="2552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11" name="Google Shape;911;p28"/>
                <p:cNvSpPr/>
                <p:nvPr/>
              </p:nvSpPr>
              <p:spPr>
                <a:xfrm>
                  <a:off x="1059199" y="3818860"/>
                  <a:ext cx="419712" cy="647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158" h="777906" extrusionOk="0">
                      <a:moveTo>
                        <a:pt x="0" y="0"/>
                      </a:moveTo>
                      <a:lnTo>
                        <a:pt x="504158" y="0"/>
                      </a:lnTo>
                      <a:lnTo>
                        <a:pt x="504158" y="777907"/>
                      </a:lnTo>
                      <a:lnTo>
                        <a:pt x="0" y="77790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12" name="Google Shape;912;p28"/>
                <p:cNvGrpSpPr/>
                <p:nvPr/>
              </p:nvGrpSpPr>
              <p:grpSpPr>
                <a:xfrm>
                  <a:off x="1108189" y="4182116"/>
                  <a:ext cx="322524" cy="131011"/>
                  <a:chOff x="2224754" y="5521737"/>
                  <a:chExt cx="386905" cy="157163"/>
                </a:xfrm>
              </p:grpSpPr>
              <p:grpSp>
                <p:nvGrpSpPr>
                  <p:cNvPr id="913" name="Google Shape;913;p28"/>
                  <p:cNvGrpSpPr/>
                  <p:nvPr/>
                </p:nvGrpSpPr>
                <p:grpSpPr>
                  <a:xfrm>
                    <a:off x="2224754" y="5521737"/>
                    <a:ext cx="386905" cy="157163"/>
                    <a:chOff x="2224754" y="5521737"/>
                    <a:chExt cx="386905" cy="157163"/>
                  </a:xfrm>
                </p:grpSpPr>
                <p:grpSp>
                  <p:nvGrpSpPr>
                    <p:cNvPr id="914" name="Google Shape;914;p28"/>
                    <p:cNvGrpSpPr/>
                    <p:nvPr/>
                  </p:nvGrpSpPr>
                  <p:grpSpPr>
                    <a:xfrm>
                      <a:off x="2224754" y="5521737"/>
                      <a:ext cx="386905" cy="65532"/>
                      <a:chOff x="2224754" y="5521737"/>
                      <a:chExt cx="386905" cy="65532"/>
                    </a:xfrm>
                  </p:grpSpPr>
                  <p:sp>
                    <p:nvSpPr>
                      <p:cNvPr id="915" name="Google Shape;915;p28"/>
                      <p:cNvSpPr/>
                      <p:nvPr/>
                    </p:nvSpPr>
                    <p:spPr>
                      <a:xfrm>
                        <a:off x="2224754" y="5521737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6" name="Google Shape;916;p28"/>
                      <p:cNvSpPr/>
                      <p:nvPr/>
                    </p:nvSpPr>
                    <p:spPr>
                      <a:xfrm>
                        <a:off x="2237422" y="5534405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17" name="Google Shape;917;p28"/>
                    <p:cNvGrpSpPr/>
                    <p:nvPr/>
                  </p:nvGrpSpPr>
                  <p:grpSpPr>
                    <a:xfrm>
                      <a:off x="2224754" y="5613368"/>
                      <a:ext cx="386905" cy="65532"/>
                      <a:chOff x="2224754" y="5613368"/>
                      <a:chExt cx="386905" cy="65532"/>
                    </a:xfrm>
                  </p:grpSpPr>
                  <p:sp>
                    <p:nvSpPr>
                      <p:cNvPr id="918" name="Google Shape;918;p28"/>
                      <p:cNvSpPr/>
                      <p:nvPr/>
                    </p:nvSpPr>
                    <p:spPr>
                      <a:xfrm>
                        <a:off x="2224754" y="5613368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9" name="Google Shape;919;p28"/>
                      <p:cNvSpPr/>
                      <p:nvPr/>
                    </p:nvSpPr>
                    <p:spPr>
                      <a:xfrm>
                        <a:off x="2237422" y="5626036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920" name="Google Shape;920;p28"/>
                  <p:cNvGrpSpPr/>
                  <p:nvPr/>
                </p:nvGrpSpPr>
                <p:grpSpPr>
                  <a:xfrm>
                    <a:off x="2336863" y="5554217"/>
                    <a:ext cx="177355" cy="15050"/>
                    <a:chOff x="2336863" y="5554217"/>
                    <a:chExt cx="177355" cy="15050"/>
                  </a:xfrm>
                </p:grpSpPr>
                <p:sp>
                  <p:nvSpPr>
                    <p:cNvPr id="921" name="Google Shape;921;p28"/>
                    <p:cNvSpPr/>
                    <p:nvPr/>
                  </p:nvSpPr>
                  <p:spPr>
                    <a:xfrm>
                      <a:off x="233686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1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2" name="Google Shape;922;p28"/>
                    <p:cNvSpPr/>
                    <p:nvPr/>
                  </p:nvSpPr>
                  <p:spPr>
                    <a:xfrm>
                      <a:off x="2377440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3" name="Google Shape;923;p28"/>
                    <p:cNvSpPr/>
                    <p:nvPr/>
                  </p:nvSpPr>
                  <p:spPr>
                    <a:xfrm>
                      <a:off x="2418016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4" name="Google Shape;924;p28"/>
                    <p:cNvSpPr/>
                    <p:nvPr/>
                  </p:nvSpPr>
                  <p:spPr>
                    <a:xfrm>
                      <a:off x="245859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0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5" name="Google Shape;925;p28"/>
                    <p:cNvSpPr/>
                    <p:nvPr/>
                  </p:nvSpPr>
                  <p:spPr>
                    <a:xfrm>
                      <a:off x="2499169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26" name="Google Shape;926;p28"/>
                  <p:cNvGrpSpPr/>
                  <p:nvPr/>
                </p:nvGrpSpPr>
                <p:grpSpPr>
                  <a:xfrm>
                    <a:off x="2336863" y="5641848"/>
                    <a:ext cx="177355" cy="15049"/>
                    <a:chOff x="2336863" y="5641848"/>
                    <a:chExt cx="177355" cy="15049"/>
                  </a:xfrm>
                </p:grpSpPr>
                <p:sp>
                  <p:nvSpPr>
                    <p:cNvPr id="927" name="Google Shape;927;p28"/>
                    <p:cNvSpPr/>
                    <p:nvPr/>
                  </p:nvSpPr>
                  <p:spPr>
                    <a:xfrm>
                      <a:off x="2336863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8" name="Google Shape;928;p28"/>
                    <p:cNvSpPr/>
                    <p:nvPr/>
                  </p:nvSpPr>
                  <p:spPr>
                    <a:xfrm>
                      <a:off x="2377440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9" name="Google Shape;929;p28"/>
                    <p:cNvSpPr/>
                    <p:nvPr/>
                  </p:nvSpPr>
                  <p:spPr>
                    <a:xfrm>
                      <a:off x="2418016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0" name="Google Shape;930;p28"/>
                    <p:cNvSpPr/>
                    <p:nvPr/>
                  </p:nvSpPr>
                  <p:spPr>
                    <a:xfrm>
                      <a:off x="2458592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1" name="Google Shape;931;p28"/>
                    <p:cNvSpPr/>
                    <p:nvPr/>
                  </p:nvSpPr>
                  <p:spPr>
                    <a:xfrm>
                      <a:off x="2499169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32" name="Google Shape;932;p28"/>
                <p:cNvGrpSpPr/>
                <p:nvPr/>
              </p:nvGrpSpPr>
              <p:grpSpPr>
                <a:xfrm>
                  <a:off x="1161625" y="3903897"/>
                  <a:ext cx="215413" cy="215333"/>
                  <a:chOff x="2288857" y="5187981"/>
                  <a:chExt cx="258413" cy="258317"/>
                </a:xfrm>
              </p:grpSpPr>
              <p:sp>
                <p:nvSpPr>
                  <p:cNvPr id="933" name="Google Shape;933;p28"/>
                  <p:cNvSpPr/>
                  <p:nvPr/>
                </p:nvSpPr>
                <p:spPr>
                  <a:xfrm>
                    <a:off x="2288857" y="5187981"/>
                    <a:ext cx="258413" cy="2583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413" h="258317" extrusionOk="0">
                        <a:moveTo>
                          <a:pt x="258413" y="129159"/>
                        </a:moveTo>
                        <a:cubicBezTo>
                          <a:pt x="258413" y="159544"/>
                          <a:pt x="247936" y="187452"/>
                          <a:pt x="230410" y="209454"/>
                        </a:cubicBezTo>
                        <a:cubicBezTo>
                          <a:pt x="206692" y="239268"/>
                          <a:pt x="170212" y="258318"/>
                          <a:pt x="129159" y="258318"/>
                        </a:cubicBezTo>
                        <a:cubicBezTo>
                          <a:pt x="88106" y="258318"/>
                          <a:pt x="51625" y="239268"/>
                          <a:pt x="28004" y="209454"/>
                        </a:cubicBezTo>
                        <a:cubicBezTo>
                          <a:pt x="27337" y="208597"/>
                          <a:pt x="26670" y="207740"/>
                          <a:pt x="26003" y="206788"/>
                        </a:cubicBezTo>
                        <a:cubicBezTo>
                          <a:pt x="9716" y="185166"/>
                          <a:pt x="0" y="158305"/>
                          <a:pt x="0" y="129159"/>
                        </a:cubicBezTo>
                        <a:cubicBezTo>
                          <a:pt x="0" y="57817"/>
                          <a:pt x="57817" y="0"/>
                          <a:pt x="129159" y="0"/>
                        </a:cubicBezTo>
                        <a:cubicBezTo>
                          <a:pt x="176784" y="0"/>
                          <a:pt x="218313" y="25717"/>
                          <a:pt x="240697" y="64008"/>
                        </a:cubicBezTo>
                        <a:cubicBezTo>
                          <a:pt x="251936" y="83153"/>
                          <a:pt x="258318" y="105442"/>
                          <a:pt x="258318" y="12915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4" name="Google Shape;934;p28"/>
                  <p:cNvSpPr/>
                  <p:nvPr/>
                </p:nvSpPr>
                <p:spPr>
                  <a:xfrm>
                    <a:off x="2316956" y="5234082"/>
                    <a:ext cx="202501" cy="212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501" h="212216" extrusionOk="0">
                        <a:moveTo>
                          <a:pt x="202406" y="163353"/>
                        </a:moveTo>
                        <a:cubicBezTo>
                          <a:pt x="178689" y="193167"/>
                          <a:pt x="142208" y="212217"/>
                          <a:pt x="101155" y="212217"/>
                        </a:cubicBezTo>
                        <a:cubicBezTo>
                          <a:pt x="60103" y="212217"/>
                          <a:pt x="23622" y="193167"/>
                          <a:pt x="0" y="163353"/>
                        </a:cubicBezTo>
                        <a:cubicBezTo>
                          <a:pt x="9525" y="122682"/>
                          <a:pt x="42958" y="91249"/>
                          <a:pt x="84677" y="84582"/>
                        </a:cubicBezTo>
                        <a:cubicBezTo>
                          <a:pt x="68675" y="78010"/>
                          <a:pt x="57341" y="62293"/>
                          <a:pt x="57341" y="43910"/>
                        </a:cubicBezTo>
                        <a:cubicBezTo>
                          <a:pt x="57341" y="19717"/>
                          <a:pt x="76962" y="0"/>
                          <a:pt x="101251" y="0"/>
                        </a:cubicBezTo>
                        <a:cubicBezTo>
                          <a:pt x="125539" y="0"/>
                          <a:pt x="145161" y="19717"/>
                          <a:pt x="145161" y="43910"/>
                        </a:cubicBezTo>
                        <a:cubicBezTo>
                          <a:pt x="145161" y="62293"/>
                          <a:pt x="133826" y="78010"/>
                          <a:pt x="117824" y="84582"/>
                        </a:cubicBezTo>
                        <a:cubicBezTo>
                          <a:pt x="159544" y="91249"/>
                          <a:pt x="192976" y="122682"/>
                          <a:pt x="202501" y="163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35" name="Google Shape;935;p28"/>
              <p:cNvSpPr/>
              <p:nvPr/>
            </p:nvSpPr>
            <p:spPr>
              <a:xfrm>
                <a:off x="5401558" y="4012919"/>
                <a:ext cx="172878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5527" extrusionOk="0">
                    <a:moveTo>
                      <a:pt x="144399" y="25527"/>
                    </a:moveTo>
                    <a:lnTo>
                      <a:pt x="12764" y="25527"/>
                    </a:lnTo>
                    <a:cubicBezTo>
                      <a:pt x="5715" y="25527"/>
                      <a:pt x="0" y="19812"/>
                      <a:pt x="0" y="12764"/>
                    </a:cubicBezTo>
                    <a:lnTo>
                      <a:pt x="0" y="12764"/>
                    </a:lnTo>
                    <a:cubicBezTo>
                      <a:pt x="0" y="5715"/>
                      <a:pt x="5715" y="0"/>
                      <a:pt x="12764" y="0"/>
                    </a:cubicBezTo>
                    <a:lnTo>
                      <a:pt x="144399" y="0"/>
                    </a:lnTo>
                    <a:cubicBezTo>
                      <a:pt x="151448" y="0"/>
                      <a:pt x="157163" y="5715"/>
                      <a:pt x="157163" y="12764"/>
                    </a:cubicBezTo>
                    <a:lnTo>
                      <a:pt x="157163" y="12764"/>
                    </a:lnTo>
                    <a:cubicBezTo>
                      <a:pt x="157163" y="19812"/>
                      <a:pt x="151448" y="25527"/>
                      <a:pt x="144399" y="255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4" name="Google Shape;756;p28">
            <a:extLst>
              <a:ext uri="{FF2B5EF4-FFF2-40B4-BE49-F238E27FC236}">
                <a16:creationId xmlns:a16="http://schemas.microsoft.com/office/drawing/2014/main" id="{6D268BF5-6DDC-4E1E-9586-3C6F6C554995}"/>
              </a:ext>
            </a:extLst>
          </p:cNvPr>
          <p:cNvSpPr txBox="1">
            <a:spLocks/>
          </p:cNvSpPr>
          <p:nvPr/>
        </p:nvSpPr>
        <p:spPr>
          <a:xfrm>
            <a:off x="2657147" y="2713083"/>
            <a:ext cx="2413118" cy="1089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/>
            <a:r>
              <a:rPr lang="hu-HU" sz="2800" u="sng" dirty="0"/>
              <a:t>Témavezető:</a:t>
            </a:r>
            <a:br>
              <a:rPr lang="hu-HU" sz="2800" dirty="0"/>
            </a:br>
            <a:r>
              <a:rPr lang="hu-HU" sz="2800" dirty="0"/>
              <a:t>Kovács Donát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676FEE0A-91D8-487A-A642-7D5B62A3D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684" y="116152"/>
            <a:ext cx="1339554" cy="1426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3"/>
          <p:cNvSpPr txBox="1">
            <a:spLocks noGrp="1"/>
          </p:cNvSpPr>
          <p:nvPr>
            <p:ph type="title"/>
          </p:nvPr>
        </p:nvSpPr>
        <p:spPr>
          <a:xfrm>
            <a:off x="2013850" y="841075"/>
            <a:ext cx="5116200" cy="718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 DÖKNet célja </a:t>
            </a:r>
            <a:endParaRPr dirty="0"/>
          </a:p>
        </p:txBody>
      </p:sp>
      <p:sp>
        <p:nvSpPr>
          <p:cNvPr id="1104" name="Google Shape;1104;p33"/>
          <p:cNvSpPr txBox="1">
            <a:spLocks noGrp="1"/>
          </p:cNvSpPr>
          <p:nvPr>
            <p:ph type="subTitle" idx="1"/>
          </p:nvPr>
        </p:nvSpPr>
        <p:spPr>
          <a:xfrm>
            <a:off x="584391" y="1471290"/>
            <a:ext cx="8078346" cy="28311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hu-HU" sz="2800" dirty="0"/>
              <a:t>Célunk egy felhasználó barát felület megalkotása volt főként a diákönkormányzati tagok számára illetve az iskola tanulói számára.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/>
              <a:t>Szerettük volna ha a dök tagok könnyebben és átláthatóbb formában tudnák megszervezni az eseményeket.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0"/>
          <p:cNvSpPr txBox="1">
            <a:spLocks noGrp="1"/>
          </p:cNvSpPr>
          <p:nvPr>
            <p:ph type="title"/>
          </p:nvPr>
        </p:nvSpPr>
        <p:spPr>
          <a:xfrm>
            <a:off x="302507" y="391885"/>
            <a:ext cx="8121493" cy="625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Használt technológiák</a:t>
            </a:r>
            <a:endParaRPr sz="4000" dirty="0"/>
          </a:p>
        </p:txBody>
      </p:sp>
      <p:sp>
        <p:nvSpPr>
          <p:cNvPr id="950" name="Google Shape;950;p30"/>
          <p:cNvSpPr txBox="1">
            <a:spLocks noGrp="1"/>
          </p:cNvSpPr>
          <p:nvPr>
            <p:ph type="title" idx="2"/>
          </p:nvPr>
        </p:nvSpPr>
        <p:spPr>
          <a:xfrm>
            <a:off x="886900" y="1203373"/>
            <a:ext cx="212443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/>
              <a:t>Backend:</a:t>
            </a:r>
            <a:endParaRPr sz="3200" dirty="0"/>
          </a:p>
        </p:txBody>
      </p:sp>
      <p:sp>
        <p:nvSpPr>
          <p:cNvPr id="951" name="Google Shape;951;p30"/>
          <p:cNvSpPr txBox="1">
            <a:spLocks noGrp="1"/>
          </p:cNvSpPr>
          <p:nvPr>
            <p:ph type="title" idx="3"/>
          </p:nvPr>
        </p:nvSpPr>
        <p:spPr>
          <a:xfrm>
            <a:off x="1100974" y="2890323"/>
            <a:ext cx="2034111" cy="8635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Next.js API route-ok</a:t>
            </a:r>
            <a:endParaRPr sz="2800" b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52" name="Google Shape;952;p30"/>
          <p:cNvSpPr txBox="1">
            <a:spLocks noGrp="1"/>
          </p:cNvSpPr>
          <p:nvPr>
            <p:ph type="title" idx="4"/>
          </p:nvPr>
        </p:nvSpPr>
        <p:spPr>
          <a:xfrm>
            <a:off x="3325279" y="1203373"/>
            <a:ext cx="2305499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/>
              <a:t>Frontend:</a:t>
            </a:r>
            <a:endParaRPr sz="3200" dirty="0"/>
          </a:p>
        </p:txBody>
      </p:sp>
      <p:sp>
        <p:nvSpPr>
          <p:cNvPr id="954" name="Google Shape;954;p30"/>
          <p:cNvSpPr txBox="1">
            <a:spLocks noGrp="1"/>
          </p:cNvSpPr>
          <p:nvPr>
            <p:ph type="title" idx="6"/>
          </p:nvPr>
        </p:nvSpPr>
        <p:spPr>
          <a:xfrm>
            <a:off x="5737525" y="1203373"/>
            <a:ext cx="236832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/>
              <a:t>Adatbázis:</a:t>
            </a:r>
            <a:endParaRPr sz="3200" dirty="0"/>
          </a:p>
        </p:txBody>
      </p:sp>
      <p:sp>
        <p:nvSpPr>
          <p:cNvPr id="956" name="Google Shape;956;p30"/>
          <p:cNvSpPr txBox="1">
            <a:spLocks noGrp="1"/>
          </p:cNvSpPr>
          <p:nvPr>
            <p:ph type="subTitle" idx="1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b="0" dirty="0">
                <a:solidFill>
                  <a:srgbClr val="3536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Node.js</a:t>
            </a:r>
            <a:endParaRPr sz="2800" b="0" dirty="0">
              <a:solidFill>
                <a:srgbClr val="35363B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57" name="Google Shape;957;p30"/>
          <p:cNvSpPr txBox="1">
            <a:spLocks noGrp="1"/>
          </p:cNvSpPr>
          <p:nvPr>
            <p:ph type="subTitle" idx="8"/>
          </p:nvPr>
        </p:nvSpPr>
        <p:spPr>
          <a:xfrm>
            <a:off x="3419250" y="1912475"/>
            <a:ext cx="2305500" cy="9778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Next.js (React)</a:t>
            </a:r>
            <a:endParaRPr sz="2800" b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58" name="Google Shape;958;p30"/>
          <p:cNvSpPr txBox="1">
            <a:spLocks noGrp="1"/>
          </p:cNvSpPr>
          <p:nvPr>
            <p:ph type="subTitle" idx="9"/>
          </p:nvPr>
        </p:nvSpPr>
        <p:spPr>
          <a:xfrm>
            <a:off x="5737524" y="1912475"/>
            <a:ext cx="3014589" cy="9778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MariaDB</a:t>
            </a:r>
          </a:p>
          <a:p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(phpMyAdmin)</a:t>
            </a:r>
          </a:p>
        </p:txBody>
      </p:sp>
      <p:sp>
        <p:nvSpPr>
          <p:cNvPr id="960" name="Google Shape;960;p30"/>
          <p:cNvSpPr txBox="1">
            <a:spLocks noGrp="1"/>
          </p:cNvSpPr>
          <p:nvPr>
            <p:ph type="subTitle" idx="14"/>
          </p:nvPr>
        </p:nvSpPr>
        <p:spPr>
          <a:xfrm>
            <a:off x="3406475" y="2896078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TypeScript</a:t>
            </a:r>
            <a:endParaRPr sz="2800" b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Google Shape;960;p30">
            <a:extLst>
              <a:ext uri="{FF2B5EF4-FFF2-40B4-BE49-F238E27FC236}">
                <a16:creationId xmlns:a16="http://schemas.microsoft.com/office/drawing/2014/main" id="{81850C4F-8BBD-4F85-95F0-23668FE88C41}"/>
              </a:ext>
            </a:extLst>
          </p:cNvPr>
          <p:cNvSpPr txBox="1">
            <a:spLocks/>
          </p:cNvSpPr>
          <p:nvPr/>
        </p:nvSpPr>
        <p:spPr>
          <a:xfrm>
            <a:off x="3406475" y="3652733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6"/>
          <p:cNvSpPr txBox="1">
            <a:spLocks noGrp="1"/>
          </p:cNvSpPr>
          <p:nvPr>
            <p:ph type="title"/>
          </p:nvPr>
        </p:nvSpPr>
        <p:spPr>
          <a:xfrm>
            <a:off x="339000" y="348925"/>
            <a:ext cx="385200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Főbb funkciók</a:t>
            </a:r>
            <a:endParaRPr sz="4000" dirty="0"/>
          </a:p>
        </p:txBody>
      </p:sp>
      <p:sp>
        <p:nvSpPr>
          <p:cNvPr id="1151" name="Google Shape;1151;p36"/>
          <p:cNvSpPr txBox="1">
            <a:spLocks noGrp="1"/>
          </p:cNvSpPr>
          <p:nvPr>
            <p:ph type="subTitle" idx="5"/>
          </p:nvPr>
        </p:nvSpPr>
        <p:spPr>
          <a:xfrm>
            <a:off x="339000" y="1136412"/>
            <a:ext cx="7440503" cy="13227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Az oldal funkciói a menü sávból érhetőek el. Bizonyos jogosultságú felhasználóknak korlátozott funkciók érhetőek el.</a:t>
            </a:r>
            <a:endParaRPr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1" name="Kép 20">
            <a:extLst>
              <a:ext uri="{FF2B5EF4-FFF2-40B4-BE49-F238E27FC236}">
                <a16:creationId xmlns:a16="http://schemas.microsoft.com/office/drawing/2014/main" id="{7898B81A-1217-424D-B388-F5075B41C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00" y="2684319"/>
            <a:ext cx="8600645" cy="728962"/>
          </a:xfrm>
          <a:prstGeom prst="rect">
            <a:avLst/>
          </a:prstGeom>
        </p:spPr>
      </p:pic>
      <p:sp>
        <p:nvSpPr>
          <p:cNvPr id="31" name="Google Shape;1151;p36">
            <a:extLst>
              <a:ext uri="{FF2B5EF4-FFF2-40B4-BE49-F238E27FC236}">
                <a16:creationId xmlns:a16="http://schemas.microsoft.com/office/drawing/2014/main" id="{0C8C3D76-7F66-4EE4-9C0F-2E4918305FE3}"/>
              </a:ext>
            </a:extLst>
          </p:cNvPr>
          <p:cNvSpPr txBox="1">
            <a:spLocks/>
          </p:cNvSpPr>
          <p:nvPr/>
        </p:nvSpPr>
        <p:spPr>
          <a:xfrm>
            <a:off x="470748" y="3471805"/>
            <a:ext cx="7440503" cy="89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hu-HU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Az </a:t>
            </a:r>
            <a:r>
              <a:rPr lang="hu-HU" sz="2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admin</a:t>
            </a:r>
            <a:r>
              <a:rPr lang="hu-HU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az egyetlen felhasználói jogosultság amelyik az összes funkcióhoz hozzáfér.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6"/>
          <p:cNvSpPr txBox="1">
            <a:spLocks noGrp="1"/>
          </p:cNvSpPr>
          <p:nvPr>
            <p:ph type="title"/>
          </p:nvPr>
        </p:nvSpPr>
        <p:spPr>
          <a:xfrm>
            <a:off x="339000" y="348925"/>
            <a:ext cx="385200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Főbb funkciók</a:t>
            </a:r>
            <a:endParaRPr sz="4000" dirty="0"/>
          </a:p>
        </p:txBody>
      </p:sp>
      <p:sp>
        <p:nvSpPr>
          <p:cNvPr id="1151" name="Google Shape;1151;p36"/>
          <p:cNvSpPr txBox="1">
            <a:spLocks noGrp="1"/>
          </p:cNvSpPr>
          <p:nvPr>
            <p:ph type="subTitle" idx="5"/>
          </p:nvPr>
        </p:nvSpPr>
        <p:spPr>
          <a:xfrm>
            <a:off x="339000" y="1136412"/>
            <a:ext cx="7440503" cy="13227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Az oldal funkciói a menü sávból érhetőek el. Bizonyos jogosultságú felhasználóknak korlátozott funkciók érhetőek el.</a:t>
            </a:r>
            <a:endParaRPr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1" name="Kép 20">
            <a:extLst>
              <a:ext uri="{FF2B5EF4-FFF2-40B4-BE49-F238E27FC236}">
                <a16:creationId xmlns:a16="http://schemas.microsoft.com/office/drawing/2014/main" id="{7898B81A-1217-424D-B388-F5075B41C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00" y="2684319"/>
            <a:ext cx="8600645" cy="728962"/>
          </a:xfrm>
          <a:prstGeom prst="rect">
            <a:avLst/>
          </a:prstGeom>
        </p:spPr>
      </p:pic>
      <p:sp>
        <p:nvSpPr>
          <p:cNvPr id="31" name="Google Shape;1151;p36">
            <a:extLst>
              <a:ext uri="{FF2B5EF4-FFF2-40B4-BE49-F238E27FC236}">
                <a16:creationId xmlns:a16="http://schemas.microsoft.com/office/drawing/2014/main" id="{0C8C3D76-7F66-4EE4-9C0F-2E4918305FE3}"/>
              </a:ext>
            </a:extLst>
          </p:cNvPr>
          <p:cNvSpPr txBox="1">
            <a:spLocks/>
          </p:cNvSpPr>
          <p:nvPr/>
        </p:nvSpPr>
        <p:spPr>
          <a:xfrm>
            <a:off x="470748" y="3471805"/>
            <a:ext cx="7440503" cy="89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hu-HU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Az </a:t>
            </a:r>
            <a:r>
              <a:rPr lang="hu-HU" sz="2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admin</a:t>
            </a:r>
            <a:r>
              <a:rPr lang="hu-HU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az egyetlen felhasználói jogosultság amelyik az összes funkcióhoz hozzáfér.</a:t>
            </a:r>
          </a:p>
        </p:txBody>
      </p:sp>
    </p:spTree>
    <p:extLst>
      <p:ext uri="{BB962C8B-B14F-4D97-AF65-F5344CB8AC3E}">
        <p14:creationId xmlns:p14="http://schemas.microsoft.com/office/powerpoint/2010/main" val="2708330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37"/>
          <p:cNvSpPr txBox="1">
            <a:spLocks noGrp="1"/>
          </p:cNvSpPr>
          <p:nvPr>
            <p:ph type="title"/>
          </p:nvPr>
        </p:nvSpPr>
        <p:spPr>
          <a:xfrm>
            <a:off x="311291" y="376836"/>
            <a:ext cx="7704000" cy="615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Naptár</a:t>
            </a:r>
            <a:endParaRPr sz="4000" dirty="0"/>
          </a:p>
        </p:txBody>
      </p:sp>
      <p:sp>
        <p:nvSpPr>
          <p:cNvPr id="1159" name="Google Shape;1159;p37"/>
          <p:cNvSpPr txBox="1">
            <a:spLocks noGrp="1"/>
          </p:cNvSpPr>
          <p:nvPr>
            <p:ph type="subTitle" idx="1"/>
          </p:nvPr>
        </p:nvSpPr>
        <p:spPr>
          <a:xfrm>
            <a:off x="311290" y="1195387"/>
            <a:ext cx="7807473" cy="19149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/>
              <a:t>A naptár lehetőséget biztosít arra hogy a diákönkormányzat fontos dátumokat, eseményeket tudjon felírni egy mindenki által elérhető és megtekinthető helyen.</a:t>
            </a:r>
            <a:endParaRPr sz="2800"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B230E70E-2BC2-497B-AEAD-36204A66A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036" y="2619491"/>
            <a:ext cx="3241964" cy="252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973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6"/>
          <p:cNvSpPr txBox="1">
            <a:spLocks noGrp="1"/>
          </p:cNvSpPr>
          <p:nvPr>
            <p:ph type="title"/>
          </p:nvPr>
        </p:nvSpPr>
        <p:spPr>
          <a:xfrm>
            <a:off x="339000" y="348925"/>
            <a:ext cx="385200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Galéria</a:t>
            </a:r>
            <a:endParaRPr sz="4000" dirty="0"/>
          </a:p>
        </p:txBody>
      </p:sp>
      <p:sp>
        <p:nvSpPr>
          <p:cNvPr id="1151" name="Google Shape;1151;p36"/>
          <p:cNvSpPr txBox="1">
            <a:spLocks noGrp="1"/>
          </p:cNvSpPr>
          <p:nvPr>
            <p:ph type="subTitle" idx="5"/>
          </p:nvPr>
        </p:nvSpPr>
        <p:spPr>
          <a:xfrm>
            <a:off x="339000" y="1136411"/>
            <a:ext cx="7440503" cy="14353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diákönkormányzat által szervezett eseményekről készült képeket a galéria funkció használatával lehet publikussá tenni.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4DCB2A6-B279-456A-BB9F-11449961D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403" y="2513018"/>
            <a:ext cx="4343597" cy="263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248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37"/>
          <p:cNvSpPr txBox="1">
            <a:spLocks noGrp="1"/>
          </p:cNvSpPr>
          <p:nvPr>
            <p:ph type="title"/>
          </p:nvPr>
        </p:nvSpPr>
        <p:spPr>
          <a:xfrm>
            <a:off x="311291" y="376836"/>
            <a:ext cx="7704000" cy="615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Hírszerkesztő</a:t>
            </a:r>
            <a:endParaRPr sz="4000" dirty="0"/>
          </a:p>
        </p:txBody>
      </p:sp>
      <p:sp>
        <p:nvSpPr>
          <p:cNvPr id="1159" name="Google Shape;1159;p37"/>
          <p:cNvSpPr txBox="1">
            <a:spLocks noGrp="1"/>
          </p:cNvSpPr>
          <p:nvPr>
            <p:ph type="subTitle" idx="1"/>
          </p:nvPr>
        </p:nvSpPr>
        <p:spPr>
          <a:xfrm>
            <a:off x="311290" y="1195387"/>
            <a:ext cx="7440327" cy="14577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/>
              <a:t>Ennek segítségével híreket, felhívásokat illetve bejelentéseket lehet készíteni melyek a főoldalon jelennek meg.</a:t>
            </a:r>
            <a:endParaRPr sz="2800"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2FA73049-1FD5-4821-B397-158404B5E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437" y="2320636"/>
            <a:ext cx="4875563" cy="282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9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49"/>
          <p:cNvSpPr txBox="1">
            <a:spLocks noGrp="1"/>
          </p:cNvSpPr>
          <p:nvPr>
            <p:ph type="title"/>
          </p:nvPr>
        </p:nvSpPr>
        <p:spPr>
          <a:xfrm>
            <a:off x="303128" y="331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Szavazás</a:t>
            </a:r>
            <a:endParaRPr sz="4000" dirty="0"/>
          </a:p>
        </p:txBody>
      </p:sp>
      <p:sp>
        <p:nvSpPr>
          <p:cNvPr id="1638" name="Google Shape;1638;p49"/>
          <p:cNvSpPr txBox="1"/>
          <p:nvPr/>
        </p:nvSpPr>
        <p:spPr>
          <a:xfrm>
            <a:off x="303128" y="1033044"/>
            <a:ext cx="77040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szavazásokkal a diákönkormányzat eldöntendő kérdéseket tud megválaszolni ezzel is gyorsítva az események lebonyolítását.</a:t>
            </a:r>
            <a:endParaRPr sz="2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7B13CDCE-D4E7-4EB9-8227-BFC8E8213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040" y="2851574"/>
            <a:ext cx="5744959" cy="22919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6"/>
          <p:cNvSpPr txBox="1">
            <a:spLocks noGrp="1"/>
          </p:cNvSpPr>
          <p:nvPr>
            <p:ph type="title"/>
          </p:nvPr>
        </p:nvSpPr>
        <p:spPr>
          <a:xfrm>
            <a:off x="339000" y="348925"/>
            <a:ext cx="385200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Chat</a:t>
            </a:r>
            <a:endParaRPr sz="4000" dirty="0"/>
          </a:p>
        </p:txBody>
      </p:sp>
      <p:sp>
        <p:nvSpPr>
          <p:cNvPr id="1151" name="Google Shape;1151;p36"/>
          <p:cNvSpPr txBox="1">
            <a:spLocks noGrp="1"/>
          </p:cNvSpPr>
          <p:nvPr>
            <p:ph type="subTitle" idx="5"/>
          </p:nvPr>
        </p:nvSpPr>
        <p:spPr>
          <a:xfrm>
            <a:off x="339000" y="1136412"/>
            <a:ext cx="7440503" cy="18353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diákönkormányzat tagjainak biztosítunk lehetőséget a beszélgetésre ezzel is a erősítve a közösséget és építse a kapcsolatot a különböző évfolyamok diákjai között.</a:t>
            </a:r>
            <a:endParaRPr sz="2800" b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41170C21-8202-4B2D-A102-0EB20F8FF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126" y="2348910"/>
            <a:ext cx="2583873" cy="279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829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/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7" name="Google Shape;967;p31"/>
          <p:cNvSpPr txBox="1">
            <a:spLocks noGrp="1"/>
          </p:cNvSpPr>
          <p:nvPr>
            <p:ph type="title"/>
          </p:nvPr>
        </p:nvSpPr>
        <p:spPr>
          <a:xfrm>
            <a:off x="336884" y="333375"/>
            <a:ext cx="2903857" cy="7532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Adatbázis</a:t>
            </a:r>
            <a:endParaRPr dirty="0"/>
          </a:p>
        </p:txBody>
      </p:sp>
      <p:sp>
        <p:nvSpPr>
          <p:cNvPr id="968" name="Google Shape;968;p31"/>
          <p:cNvSpPr txBox="1">
            <a:spLocks noGrp="1"/>
          </p:cNvSpPr>
          <p:nvPr>
            <p:ph type="subTitle" idx="1"/>
          </p:nvPr>
        </p:nvSpPr>
        <p:spPr>
          <a:xfrm>
            <a:off x="336883" y="990600"/>
            <a:ext cx="7406941" cy="1438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hu-HU" sz="2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Az adatbázisunk 11 táblából áll ezek közül a legfontosabb tábla a </a:t>
            </a:r>
            <a:r>
              <a:rPr lang="hu-HU" sz="2800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users, </a:t>
            </a:r>
            <a:r>
              <a:rPr lang="hu-HU" sz="2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ami a felhasználók adatait tárolja el.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hu-HU" sz="2800" dirty="0"/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1244B3C3-C711-4013-A892-27F96B82E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025" y="2407444"/>
            <a:ext cx="4070975" cy="2736056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C02149C3-9928-4818-8264-6D90B97A7B42}"/>
              </a:ext>
            </a:extLst>
          </p:cNvPr>
          <p:cNvSpPr txBox="1"/>
          <p:nvPr/>
        </p:nvSpPr>
        <p:spPr>
          <a:xfrm>
            <a:off x="362389" y="2596920"/>
            <a:ext cx="478111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rgbClr val="3536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táblák többsége az egyes funkciókhoz szükséges adatokat tárolják el.</a:t>
            </a:r>
          </a:p>
          <a:p>
            <a:endParaRPr lang="hu-H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/>
          <p:cNvSpPr txBox="1">
            <a:spLocks noGrp="1"/>
          </p:cNvSpPr>
          <p:nvPr>
            <p:ph type="title"/>
          </p:nvPr>
        </p:nvSpPr>
        <p:spPr>
          <a:xfrm>
            <a:off x="345645" y="351926"/>
            <a:ext cx="1930830" cy="6249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Design</a:t>
            </a:r>
            <a:endParaRPr dirty="0"/>
          </a:p>
        </p:txBody>
      </p:sp>
      <p:sp>
        <p:nvSpPr>
          <p:cNvPr id="1113" name="Google Shape;1113;p34"/>
          <p:cNvSpPr txBox="1">
            <a:spLocks noGrp="1"/>
          </p:cNvSpPr>
          <p:nvPr>
            <p:ph type="subTitle" idx="3"/>
          </p:nvPr>
        </p:nvSpPr>
        <p:spPr>
          <a:xfrm>
            <a:off x="345645" y="1134427"/>
            <a:ext cx="7378264" cy="17888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Az oldal színei a </a:t>
            </a:r>
            <a:r>
              <a:rPr lang="hu-HU" sz="2800" b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DÖKNet</a:t>
            </a:r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logó leglátványosabb színét vette alapul illetve az egyszerűség elérésének céljából még a sima fehér színt választottuk.</a:t>
            </a:r>
          </a:p>
        </p:txBody>
      </p:sp>
      <p:grpSp>
        <p:nvGrpSpPr>
          <p:cNvPr id="1114" name="Google Shape;1114;p34"/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" name="Google Shape;1930;p53">
            <a:extLst>
              <a:ext uri="{FF2B5EF4-FFF2-40B4-BE49-F238E27FC236}">
                <a16:creationId xmlns:a16="http://schemas.microsoft.com/office/drawing/2014/main" id="{49335472-E559-40B3-9E80-9084064D7973}"/>
              </a:ext>
            </a:extLst>
          </p:cNvPr>
          <p:cNvSpPr/>
          <p:nvPr/>
        </p:nvSpPr>
        <p:spPr>
          <a:xfrm>
            <a:off x="754426" y="2983500"/>
            <a:ext cx="1440000" cy="1440000"/>
          </a:xfrm>
          <a:prstGeom prst="roundRect">
            <a:avLst>
              <a:gd name="adj" fmla="val 16667"/>
            </a:avLst>
          </a:prstGeom>
          <a:solidFill>
            <a:srgbClr val="8B1E3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" name="Google Shape;1933;p53">
            <a:extLst>
              <a:ext uri="{FF2B5EF4-FFF2-40B4-BE49-F238E27FC236}">
                <a16:creationId xmlns:a16="http://schemas.microsoft.com/office/drawing/2014/main" id="{AECE77EF-D8D0-4206-9C53-FD19E6A9DF5C}"/>
              </a:ext>
            </a:extLst>
          </p:cNvPr>
          <p:cNvSpPr txBox="1"/>
          <p:nvPr/>
        </p:nvSpPr>
        <p:spPr>
          <a:xfrm>
            <a:off x="754426" y="3419901"/>
            <a:ext cx="1440000" cy="56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0" i="0" u="none" strike="noStrike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#8b1e3f</a:t>
            </a:r>
            <a:endParaRPr sz="10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AD49FAA-D336-49D9-AAA6-158D655E7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137" y="2923309"/>
            <a:ext cx="160972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Google Shape;1930;p53">
            <a:extLst>
              <a:ext uri="{FF2B5EF4-FFF2-40B4-BE49-F238E27FC236}">
                <a16:creationId xmlns:a16="http://schemas.microsoft.com/office/drawing/2014/main" id="{8D410A8D-454C-409B-A80D-9EF3F75952F3}"/>
              </a:ext>
            </a:extLst>
          </p:cNvPr>
          <p:cNvSpPr/>
          <p:nvPr/>
        </p:nvSpPr>
        <p:spPr>
          <a:xfrm>
            <a:off x="6609734" y="2983500"/>
            <a:ext cx="1440000" cy="144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" name="Google Shape;1933;p53">
            <a:extLst>
              <a:ext uri="{FF2B5EF4-FFF2-40B4-BE49-F238E27FC236}">
                <a16:creationId xmlns:a16="http://schemas.microsoft.com/office/drawing/2014/main" id="{B5D7BEDF-8CA7-4EB5-98EF-CE5A49C5E7A1}"/>
              </a:ext>
            </a:extLst>
          </p:cNvPr>
          <p:cNvSpPr txBox="1"/>
          <p:nvPr/>
        </p:nvSpPr>
        <p:spPr>
          <a:xfrm>
            <a:off x="6609734" y="3419900"/>
            <a:ext cx="1440000" cy="56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#ffffff</a:t>
            </a:r>
            <a:endParaRPr sz="10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Tervezett fejlesztések</a:t>
            </a:r>
            <a:endParaRPr sz="4000" dirty="0"/>
          </a:p>
        </p:txBody>
      </p:sp>
      <p:sp>
        <p:nvSpPr>
          <p:cNvPr id="1137" name="Google Shape;1137;p35"/>
          <p:cNvSpPr txBox="1">
            <a:spLocks noGrp="1"/>
          </p:cNvSpPr>
          <p:nvPr>
            <p:ph type="subTitle" idx="1"/>
          </p:nvPr>
        </p:nvSpPr>
        <p:spPr>
          <a:xfrm>
            <a:off x="719999" y="1079475"/>
            <a:ext cx="5707894" cy="380685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Dokumentumtár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Közösségi szolgálat követő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Értesítéskezelés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QR-kód generátor</a:t>
            </a:r>
          </a:p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„Digitális Szekrény”</a:t>
            </a:r>
            <a:endParaRPr lang="hu-HU"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„Öreg Diák Fal”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Profil beállítások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38"/>
          <p:cNvSpPr/>
          <p:nvPr/>
        </p:nvSpPr>
        <p:spPr>
          <a:xfrm>
            <a:off x="582618" y="637413"/>
            <a:ext cx="363300" cy="363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6" name="Google Shape;1176;p38"/>
          <p:cNvSpPr/>
          <p:nvPr/>
        </p:nvSpPr>
        <p:spPr>
          <a:xfrm>
            <a:off x="8212043" y="637413"/>
            <a:ext cx="363300" cy="363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7" name="Google Shape;1177;p38"/>
          <p:cNvSpPr txBox="1">
            <a:spLocks noGrp="1"/>
          </p:cNvSpPr>
          <p:nvPr>
            <p:ph type="subTitle" idx="1"/>
          </p:nvPr>
        </p:nvSpPr>
        <p:spPr>
          <a:xfrm>
            <a:off x="1137689" y="1287568"/>
            <a:ext cx="6456587" cy="35130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/>
              <a:t>A </a:t>
            </a:r>
            <a:r>
              <a:rPr lang="hu-HU" sz="2800" dirty="0" err="1"/>
              <a:t>DÖKNet</a:t>
            </a:r>
            <a:r>
              <a:rPr lang="hu-HU" sz="2800" dirty="0"/>
              <a:t> egy egyszerűségre törekvő felhasználó barát szolgáltatás a diákönkormányzat tagjai számára és az iskola diákjainak. A </a:t>
            </a:r>
            <a:r>
              <a:rPr lang="hu-HU" sz="2800" dirty="0" err="1"/>
              <a:t>wepoldal</a:t>
            </a:r>
            <a:r>
              <a:rPr lang="hu-HU" sz="2800" dirty="0"/>
              <a:t> számos funkciót tartalmaz melyek a rendezvények lebonyolítását egyszerűsíthetik vagy akár gyorsíthatják.</a:t>
            </a:r>
            <a:endParaRPr sz="2800" dirty="0"/>
          </a:p>
        </p:txBody>
      </p:sp>
      <p:sp>
        <p:nvSpPr>
          <p:cNvPr id="1179" name="Google Shape;1179;p38"/>
          <p:cNvSpPr txBox="1">
            <a:spLocks noGrp="1"/>
          </p:cNvSpPr>
          <p:nvPr>
            <p:ph type="title" idx="2"/>
          </p:nvPr>
        </p:nvSpPr>
        <p:spPr>
          <a:xfrm>
            <a:off x="2819627" y="541576"/>
            <a:ext cx="34926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Összegzés</a:t>
            </a:r>
            <a:endParaRPr dirty="0"/>
          </a:p>
        </p:txBody>
      </p:sp>
      <p:sp>
        <p:nvSpPr>
          <p:cNvPr id="1183" name="Google Shape;1183;p38"/>
          <p:cNvSpPr/>
          <p:nvPr/>
        </p:nvSpPr>
        <p:spPr>
          <a:xfrm>
            <a:off x="713225" y="2195511"/>
            <a:ext cx="606206" cy="37384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4" name="Google Shape;1184;p38"/>
          <p:cNvGrpSpPr/>
          <p:nvPr/>
        </p:nvGrpSpPr>
        <p:grpSpPr>
          <a:xfrm>
            <a:off x="541705" y="1421418"/>
            <a:ext cx="552408" cy="792759"/>
            <a:chOff x="10519314" y="4728596"/>
            <a:chExt cx="751780" cy="1078731"/>
          </a:xfrm>
        </p:grpSpPr>
        <p:grpSp>
          <p:nvGrpSpPr>
            <p:cNvPr id="1185" name="Google Shape;1185;p38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1186" name="Google Shape;1186;p38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1187" name="Google Shape;1187;p38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8" name="Google Shape;1188;p38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9" name="Google Shape;1189;p38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0" name="Google Shape;1190;p38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1191" name="Google Shape;1191;p38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2" name="Google Shape;1192;p38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3" name="Google Shape;1193;p38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4" name="Google Shape;1194;p38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95" name="Google Shape;1195;p38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1196" name="Google Shape;1196;p38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7" name="Google Shape;1197;p38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8" name="Google Shape;1198;p38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1199" name="Google Shape;1199;p38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0" name="Google Shape;1200;p38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01" name="Google Shape;1201;p38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1202" name="Google Shape;1202;p38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3" name="Google Shape;1203;p38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204" name="Google Shape;1204;p38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1205" name="Google Shape;1205;p38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6" name="Google Shape;1206;p38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07" name="Google Shape;1207;p38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1208" name="Google Shape;1208;p38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9" name="Google Shape;1209;p38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10" name="Google Shape;1210;p38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1211" name="Google Shape;1211;p38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12" name="Google Shape;1212;p38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213" name="Google Shape;1213;p38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1214" name="Google Shape;1214;p38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38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16" name="Google Shape;1216;p38"/>
          <p:cNvGrpSpPr/>
          <p:nvPr/>
        </p:nvGrpSpPr>
        <p:grpSpPr>
          <a:xfrm>
            <a:off x="580759" y="539494"/>
            <a:ext cx="426307" cy="643642"/>
            <a:chOff x="10572463" y="3528536"/>
            <a:chExt cx="580168" cy="875823"/>
          </a:xfrm>
        </p:grpSpPr>
        <p:grpSp>
          <p:nvGrpSpPr>
            <p:cNvPr id="1217" name="Google Shape;1217;p38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218" name="Google Shape;1218;p38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19" name="Google Shape;1219;p38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220" name="Google Shape;1220;p38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1" name="Google Shape;1221;p38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2" name="Google Shape;1222;p38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3" name="Google Shape;1223;p38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4" name="Google Shape;1224;p38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5" name="Google Shape;1225;p38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26" name="Google Shape;1226;p38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227" name="Google Shape;1227;p38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8" name="Google Shape;1228;p38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9" name="Google Shape;1229;p38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0" name="Google Shape;1230;p38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31" name="Google Shape;1231;p38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2" name="Google Shape;1232;p38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233" name="Google Shape;1233;p38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34" name="Google Shape;1234;p38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235" name="Google Shape;1235;p38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6" name="Google Shape;1236;p38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7" name="Google Shape;1237;p38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8" name="Google Shape;1238;p38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9" name="Google Shape;1239;p38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0" name="Google Shape;1240;p38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41" name="Google Shape;1241;p38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242" name="Google Shape;1242;p38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3" name="Google Shape;1243;p38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4" name="Google Shape;1244;p38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p38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46" name="Google Shape;1246;p38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7" name="Google Shape;1247;p38"/>
          <p:cNvGrpSpPr/>
          <p:nvPr/>
        </p:nvGrpSpPr>
        <p:grpSpPr>
          <a:xfrm>
            <a:off x="755174" y="1181737"/>
            <a:ext cx="18197" cy="243247"/>
            <a:chOff x="10809827" y="4402455"/>
            <a:chExt cx="24764" cy="330993"/>
          </a:xfrm>
        </p:grpSpPr>
        <p:sp>
          <p:nvSpPr>
            <p:cNvPr id="1248" name="Google Shape;1248;p38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8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8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1" name="Google Shape;1251;p38"/>
          <p:cNvGrpSpPr/>
          <p:nvPr/>
        </p:nvGrpSpPr>
        <p:grpSpPr>
          <a:xfrm>
            <a:off x="7595314" y="1536380"/>
            <a:ext cx="363177" cy="451073"/>
            <a:chOff x="7385113" y="1535430"/>
            <a:chExt cx="435673" cy="541115"/>
          </a:xfrm>
        </p:grpSpPr>
        <p:sp>
          <p:nvSpPr>
            <p:cNvPr id="1252" name="Google Shape;1252;p38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53" name="Google Shape;1253;p38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1254" name="Google Shape;1254;p38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38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38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57" name="Google Shape;1257;p38"/>
          <p:cNvGrpSpPr/>
          <p:nvPr/>
        </p:nvGrpSpPr>
        <p:grpSpPr>
          <a:xfrm>
            <a:off x="7624772" y="1623323"/>
            <a:ext cx="299338" cy="313076"/>
            <a:chOff x="7420451" y="1639728"/>
            <a:chExt cx="359091" cy="375571"/>
          </a:xfrm>
        </p:grpSpPr>
        <p:sp>
          <p:nvSpPr>
            <p:cNvPr id="1258" name="Google Shape;1258;p38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38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0" name="Google Shape;1260;p38"/>
          <p:cNvGrpSpPr/>
          <p:nvPr/>
        </p:nvGrpSpPr>
        <p:grpSpPr>
          <a:xfrm>
            <a:off x="8216550" y="1526835"/>
            <a:ext cx="396068" cy="717683"/>
            <a:chOff x="1945386" y="5582316"/>
            <a:chExt cx="470725" cy="852963"/>
          </a:xfrm>
        </p:grpSpPr>
        <p:grpSp>
          <p:nvGrpSpPr>
            <p:cNvPr id="1261" name="Google Shape;1261;p38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1262" name="Google Shape;1262;p38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38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64" name="Google Shape;1264;p38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5" name="Google Shape;1265;p38"/>
          <p:cNvGrpSpPr/>
          <p:nvPr/>
        </p:nvGrpSpPr>
        <p:grpSpPr>
          <a:xfrm>
            <a:off x="7883601" y="539492"/>
            <a:ext cx="1061979" cy="558999"/>
            <a:chOff x="3859815" y="2867310"/>
            <a:chExt cx="1262157" cy="664368"/>
          </a:xfrm>
        </p:grpSpPr>
        <p:sp>
          <p:nvSpPr>
            <p:cNvPr id="1266" name="Google Shape;1266;p38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67" name="Google Shape;1267;p38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268" name="Google Shape;1268;p38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269" name="Google Shape;1269;p38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270" name="Google Shape;1270;p38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1" name="Google Shape;1271;p38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2" name="Google Shape;1272;p38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273" name="Google Shape;1273;p38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4" name="Google Shape;1274;p38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5" name="Google Shape;1275;p38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276" name="Google Shape;1276;p38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7" name="Google Shape;1277;p38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278" name="Google Shape;1278;p38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38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38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1" name="Google Shape;1281;p38"/>
          <p:cNvGrpSpPr/>
          <p:nvPr/>
        </p:nvGrpSpPr>
        <p:grpSpPr>
          <a:xfrm>
            <a:off x="8377144" y="1093568"/>
            <a:ext cx="33124" cy="442802"/>
            <a:chOff x="10809827" y="4402455"/>
            <a:chExt cx="24764" cy="330993"/>
          </a:xfrm>
        </p:grpSpPr>
        <p:sp>
          <p:nvSpPr>
            <p:cNvPr id="1282" name="Google Shape;1282;p38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38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38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5" name="Google Shape;1285;p38"/>
          <p:cNvGrpSpPr/>
          <p:nvPr/>
        </p:nvGrpSpPr>
        <p:grpSpPr>
          <a:xfrm rot="-5400000">
            <a:off x="8079918" y="1536387"/>
            <a:ext cx="18197" cy="243247"/>
            <a:chOff x="10809827" y="4402455"/>
            <a:chExt cx="24764" cy="330993"/>
          </a:xfrm>
        </p:grpSpPr>
        <p:sp>
          <p:nvSpPr>
            <p:cNvPr id="1286" name="Google Shape;1286;p38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38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38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89" name="Google Shape;1289;p38"/>
          <p:cNvCxnSpPr>
            <a:stCxn id="1175" idx="0"/>
            <a:endCxn id="1176" idx="0"/>
          </p:cNvCxnSpPr>
          <p:nvPr/>
        </p:nvCxnSpPr>
        <p:spPr>
          <a:xfrm rot="-5400000" flipH="1">
            <a:off x="4578618" y="-3176937"/>
            <a:ext cx="600" cy="7629300"/>
          </a:xfrm>
          <a:prstGeom prst="bentConnector3">
            <a:avLst>
              <a:gd name="adj1" fmla="val -73522917"/>
            </a:avLst>
          </a:prstGeom>
          <a:noFill/>
          <a:ln w="19050" cap="flat" cmpd="sng">
            <a:solidFill>
              <a:schemeClr val="accent4"/>
            </a:solidFill>
            <a:prstDash val="dashDot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6" name="Google Shape;1296;p39"/>
          <p:cNvGrpSpPr/>
          <p:nvPr/>
        </p:nvGrpSpPr>
        <p:grpSpPr>
          <a:xfrm>
            <a:off x="254436" y="628824"/>
            <a:ext cx="917374" cy="683570"/>
            <a:chOff x="1914620" y="1930431"/>
            <a:chExt cx="572929" cy="426911"/>
          </a:xfrm>
        </p:grpSpPr>
        <p:grpSp>
          <p:nvGrpSpPr>
            <p:cNvPr id="1297" name="Google Shape;1297;p39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298" name="Google Shape;1298;p39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39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39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1" name="Google Shape;1301;p39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Google Shape;1489;p48">
            <a:extLst>
              <a:ext uri="{FF2B5EF4-FFF2-40B4-BE49-F238E27FC236}">
                <a16:creationId xmlns:a16="http://schemas.microsoft.com/office/drawing/2014/main" id="{9D47F7DC-6ADF-4938-A833-129C499C3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679085"/>
            <a:ext cx="9144000" cy="20590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6600" dirty="0"/>
              <a:t>Köszönjük a figyelmet</a:t>
            </a:r>
            <a:r>
              <a:rPr lang="en" sz="6600" dirty="0"/>
              <a:t>!</a:t>
            </a:r>
            <a:endParaRPr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350</Words>
  <Application>Microsoft Office PowerPoint</Application>
  <PresentationFormat>Diavetítés a képernyőre (16:9 oldalarány)</PresentationFormat>
  <Paragraphs>54</Paragraphs>
  <Slides>15</Slides>
  <Notes>15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3" baseType="lpstr">
      <vt:lpstr>Nunito Light</vt:lpstr>
      <vt:lpstr>Calibri</vt:lpstr>
      <vt:lpstr>Lato</vt:lpstr>
      <vt:lpstr>Arial</vt:lpstr>
      <vt:lpstr>Epilogue</vt:lpstr>
      <vt:lpstr>PT Sans</vt:lpstr>
      <vt:lpstr>Raleway</vt:lpstr>
      <vt:lpstr>Multimedia Software Pitch Deck by Slidesgo</vt:lpstr>
      <vt:lpstr>DÖKNet</vt:lpstr>
      <vt:lpstr>A DÖKNet célja </vt:lpstr>
      <vt:lpstr>Használt technológiák</vt:lpstr>
      <vt:lpstr>Főbb funkciók</vt:lpstr>
      <vt:lpstr>Főbb funkciók</vt:lpstr>
      <vt:lpstr>Naptár</vt:lpstr>
      <vt:lpstr>Galéria</vt:lpstr>
      <vt:lpstr>Hírszerkesztő</vt:lpstr>
      <vt:lpstr>Szavazás</vt:lpstr>
      <vt:lpstr>Chat</vt:lpstr>
      <vt:lpstr>Adatbázis</vt:lpstr>
      <vt:lpstr>Design</vt:lpstr>
      <vt:lpstr>Tervezett fejlesztések</vt:lpstr>
      <vt:lpstr>Összegzés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Software Pitch Deck</dc:title>
  <dc:creator>Keint</dc:creator>
  <cp:lastModifiedBy>Keint</cp:lastModifiedBy>
  <cp:revision>36</cp:revision>
  <dcterms:modified xsi:type="dcterms:W3CDTF">2026-05-08T12:27:25Z</dcterms:modified>
</cp:coreProperties>
</file>