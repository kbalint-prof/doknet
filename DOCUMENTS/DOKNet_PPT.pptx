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3" r:id="rId1"/>
  </p:sldMasterIdLst>
  <p:notesMasterIdLst>
    <p:notesMasterId r:id="rId18"/>
  </p:notesMasterIdLst>
  <p:sldIdLst>
    <p:sldId id="256" r:id="rId2"/>
    <p:sldId id="261" r:id="rId3"/>
    <p:sldId id="258" r:id="rId4"/>
    <p:sldId id="264" r:id="rId5"/>
    <p:sldId id="265" r:id="rId6"/>
    <p:sldId id="296" r:id="rId7"/>
    <p:sldId id="300" r:id="rId8"/>
    <p:sldId id="297" r:id="rId9"/>
    <p:sldId id="298" r:id="rId10"/>
    <p:sldId id="277" r:id="rId11"/>
    <p:sldId id="299" r:id="rId12"/>
    <p:sldId id="259" r:id="rId13"/>
    <p:sldId id="262" r:id="rId14"/>
    <p:sldId id="263" r:id="rId15"/>
    <p:sldId id="266" r:id="rId16"/>
    <p:sldId id="267" r:id="rId17"/>
  </p:sldIdLst>
  <p:sldSz cx="9144000" cy="5143500" type="screen16x9"/>
  <p:notesSz cx="6858000" cy="9144000"/>
  <p:embeddedFontLst>
    <p:embeddedFont>
      <p:font typeface="Calibri" panose="020F0502020204030204" pitchFamily="34" charset="0"/>
      <p:regular r:id="rId19"/>
      <p:bold r:id="rId20"/>
      <p:italic r:id="rId21"/>
      <p:boldItalic r:id="rId22"/>
    </p:embeddedFont>
    <p:embeddedFont>
      <p:font typeface="Epilogue" panose="020B0604020202020204" charset="-18"/>
      <p:regular r:id="rId23"/>
      <p:bold r:id="rId24"/>
      <p:italic r:id="rId25"/>
      <p:boldItalic r:id="rId26"/>
    </p:embeddedFont>
    <p:embeddedFont>
      <p:font typeface="Lato" panose="020F0502020204030203" pitchFamily="34" charset="0"/>
      <p:regular r:id="rId27"/>
      <p:bold r:id="rId28"/>
      <p:italic r:id="rId29"/>
      <p:boldItalic r:id="rId30"/>
    </p:embeddedFont>
    <p:embeddedFont>
      <p:font typeface="Nunito Light" pitchFamily="2" charset="-18"/>
      <p:regular r:id="rId31"/>
      <p:italic r:id="rId32"/>
    </p:embeddedFont>
    <p:embeddedFont>
      <p:font typeface="PT Sans" panose="020B0503020203020204" pitchFamily="34" charset="-18"/>
      <p:regular r:id="rId33"/>
      <p:bold r:id="rId34"/>
      <p:italic r:id="rId35"/>
      <p:boldItalic r:id="rId36"/>
    </p:embeddedFont>
    <p:embeddedFont>
      <p:font typeface="Raleway" pitchFamily="2" charset="-18"/>
      <p:regular r:id="rId37"/>
      <p:bold r:id="rId38"/>
      <p:italic r:id="rId39"/>
      <p:boldItalic r:id="rId40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  <a:srgbClr val="8B1E3F"/>
    <a:srgbClr val="35363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A35F94D2-475C-4E97-AE6A-90418FDFCD71}">
  <a:tblStyle styleId="{A35F94D2-475C-4E97-AE6A-90418FDFCD71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66C1935D-10A6-4633-900C-5C10F3A0DAB8}" styleName="Table_1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027" autoAdjust="0"/>
    <p:restoredTop sz="94007" autoAdjust="0"/>
  </p:normalViewPr>
  <p:slideViewPr>
    <p:cSldViewPr snapToGrid="0">
      <p:cViewPr varScale="1">
        <p:scale>
          <a:sx n="138" d="100"/>
          <a:sy n="138" d="100"/>
        </p:scale>
        <p:origin x="696" y="1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26" Type="http://schemas.openxmlformats.org/officeDocument/2006/relationships/font" Target="fonts/font8.fntdata"/><Relationship Id="rId39" Type="http://schemas.openxmlformats.org/officeDocument/2006/relationships/font" Target="fonts/font21.fntdata"/><Relationship Id="rId21" Type="http://schemas.openxmlformats.org/officeDocument/2006/relationships/font" Target="fonts/font3.fntdata"/><Relationship Id="rId34" Type="http://schemas.openxmlformats.org/officeDocument/2006/relationships/font" Target="fonts/font16.fntdata"/><Relationship Id="rId42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2.fntdata"/><Relationship Id="rId29" Type="http://schemas.openxmlformats.org/officeDocument/2006/relationships/font" Target="fonts/font11.fntdata"/><Relationship Id="rId4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6.fntdata"/><Relationship Id="rId32" Type="http://schemas.openxmlformats.org/officeDocument/2006/relationships/font" Target="fonts/font14.fntdata"/><Relationship Id="rId37" Type="http://schemas.openxmlformats.org/officeDocument/2006/relationships/font" Target="fonts/font19.fntdata"/><Relationship Id="rId40" Type="http://schemas.openxmlformats.org/officeDocument/2006/relationships/font" Target="fonts/font22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5.fntdata"/><Relationship Id="rId28" Type="http://schemas.openxmlformats.org/officeDocument/2006/relationships/font" Target="fonts/font10.fntdata"/><Relationship Id="rId36" Type="http://schemas.openxmlformats.org/officeDocument/2006/relationships/font" Target="fonts/font18.fntdata"/><Relationship Id="rId10" Type="http://schemas.openxmlformats.org/officeDocument/2006/relationships/slide" Target="slides/slide9.xml"/><Relationship Id="rId19" Type="http://schemas.openxmlformats.org/officeDocument/2006/relationships/font" Target="fonts/font1.fntdata"/><Relationship Id="rId31" Type="http://schemas.openxmlformats.org/officeDocument/2006/relationships/font" Target="fonts/font13.fntdata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4.fntdata"/><Relationship Id="rId27" Type="http://schemas.openxmlformats.org/officeDocument/2006/relationships/font" Target="fonts/font9.fntdata"/><Relationship Id="rId30" Type="http://schemas.openxmlformats.org/officeDocument/2006/relationships/font" Target="fonts/font12.fntdata"/><Relationship Id="rId35" Type="http://schemas.openxmlformats.org/officeDocument/2006/relationships/font" Target="fonts/font17.fntdata"/><Relationship Id="rId43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7.fntdata"/><Relationship Id="rId33" Type="http://schemas.openxmlformats.org/officeDocument/2006/relationships/font" Target="fonts/font15.fntdata"/><Relationship Id="rId38" Type="http://schemas.openxmlformats.org/officeDocument/2006/relationships/font" Target="fonts/font20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1" name="Google Shape;751;g4dfce81f19_0_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2" name="Google Shape;752;g4dfce81f19_0_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0" name="Google Shape;1100;g3484897fde9_0_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01" name="Google Shape;1101;g3484897fde9_0_2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6" name="Google Shape;946;gd431007ba2_0_2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7" name="Google Shape;947;gd431007ba2_0_2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2" name="Google Shape;1142;g184d99d1a72_0_5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3" name="Google Shape;1143;g184d99d1a72_0_5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5" name="Google Shape;1155;g184d99d1a72_0_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56" name="Google Shape;1156;g184d99d1a72_0_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2" name="Google Shape;1142;g184d99d1a72_0_5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3" name="Google Shape;1143;g184d99d1a72_0_5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83200023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5" name="Google Shape;1155;g184d99d1a72_0_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56" name="Google Shape;1156;g184d99d1a72_0_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98358758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2" name="Google Shape;1142;g184d99d1a72_0_5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3" name="Google Shape;1143;g184d99d1a72_0_5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23519119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5" name="Google Shape;1155;g184d99d1a72_0_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56" name="Google Shape;1156;g184d99d1a72_0_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99334431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4" name="Google Shape;1634;g2935051597d_0_4059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35" name="Google Shape;1635;g2935051597d_0_4059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2" name="Google Shape;1142;g184d99d1a72_0_5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3" name="Google Shape;1143;g184d99d1a72_0_5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94055828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3" name="Google Shape;963;g54dda1946d_6_3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64" name="Google Shape;964;g54dda1946d_6_3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6" name="Google Shape;1106;g54dda1946d_6_3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07" name="Google Shape;1107;g54dda1946d_6_33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1" name="Google Shape;1131;g184d99d1a72_0_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32" name="Google Shape;1132;g184d99d1a72_0_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2" name="Google Shape;1172;g54dda1946d_4_27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73" name="Google Shape;1173;g54dda1946d_4_273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1" name="Google Shape;1291;g54dda1946d_4_27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92" name="Google Shape;1292;g54dda1946d_4_27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713225" y="1144500"/>
            <a:ext cx="4112100" cy="2378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000">
                <a:latin typeface="Epilogue"/>
                <a:ea typeface="Epilogue"/>
                <a:cs typeface="Epilogue"/>
                <a:sym typeface="Epilogue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713225" y="3523200"/>
            <a:ext cx="4112100" cy="47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2"/>
          <p:cNvSpPr/>
          <p:nvPr/>
        </p:nvSpPr>
        <p:spPr>
          <a:xfrm rot="10800000">
            <a:off x="-1604593" y="-845132"/>
            <a:ext cx="3281418" cy="2132806"/>
          </a:xfrm>
          <a:custGeom>
            <a:avLst/>
            <a:gdLst/>
            <a:ahLst/>
            <a:cxnLst/>
            <a:rect l="l" t="t" r="r" b="b"/>
            <a:pathLst>
              <a:path w="38869" h="30330" extrusionOk="0">
                <a:moveTo>
                  <a:pt x="24297" y="1"/>
                </a:moveTo>
                <a:cubicBezTo>
                  <a:pt x="23576" y="1"/>
                  <a:pt x="22813" y="81"/>
                  <a:pt x="22018" y="271"/>
                </a:cubicBezTo>
                <a:cubicBezTo>
                  <a:pt x="16904" y="1494"/>
                  <a:pt x="14626" y="5778"/>
                  <a:pt x="11611" y="8671"/>
                </a:cubicBezTo>
                <a:cubicBezTo>
                  <a:pt x="10032" y="10186"/>
                  <a:pt x="7766" y="10684"/>
                  <a:pt x="5916" y="11826"/>
                </a:cubicBezTo>
                <a:cubicBezTo>
                  <a:pt x="0" y="15481"/>
                  <a:pt x="539" y="24197"/>
                  <a:pt x="4874" y="27639"/>
                </a:cubicBezTo>
                <a:cubicBezTo>
                  <a:pt x="7150" y="29445"/>
                  <a:pt x="9815" y="30330"/>
                  <a:pt x="12976" y="30330"/>
                </a:cubicBezTo>
                <a:cubicBezTo>
                  <a:pt x="15025" y="30330"/>
                  <a:pt x="17282" y="29958"/>
                  <a:pt x="19778" y="29225"/>
                </a:cubicBezTo>
                <a:cubicBezTo>
                  <a:pt x="26123" y="27360"/>
                  <a:pt x="30656" y="26268"/>
                  <a:pt x="34763" y="20412"/>
                </a:cubicBezTo>
                <a:cubicBezTo>
                  <a:pt x="38869" y="14558"/>
                  <a:pt x="35544" y="6859"/>
                  <a:pt x="30907" y="2368"/>
                </a:cubicBezTo>
                <a:cubicBezTo>
                  <a:pt x="30907" y="2368"/>
                  <a:pt x="28215" y="1"/>
                  <a:pt x="24297" y="1"/>
                </a:cubicBezTo>
                <a:close/>
              </a:path>
            </a:pathLst>
          </a:custGeom>
          <a:solidFill>
            <a:srgbClr val="000000">
              <a:alpha val="1006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2" name="Google Shape;12;p2"/>
          <p:cNvSpPr/>
          <p:nvPr/>
        </p:nvSpPr>
        <p:spPr>
          <a:xfrm rot="-9899992" flipH="1">
            <a:off x="-1515196" y="4121356"/>
            <a:ext cx="3953580" cy="1921771"/>
          </a:xfrm>
          <a:custGeom>
            <a:avLst/>
            <a:gdLst/>
            <a:ahLst/>
            <a:cxnLst/>
            <a:rect l="l" t="t" r="r" b="b"/>
            <a:pathLst>
              <a:path w="39315" h="31790" extrusionOk="0">
                <a:moveTo>
                  <a:pt x="21370" y="0"/>
                </a:moveTo>
                <a:cubicBezTo>
                  <a:pt x="19245" y="0"/>
                  <a:pt x="16609" y="420"/>
                  <a:pt x="13994" y="1929"/>
                </a:cubicBezTo>
                <a:cubicBezTo>
                  <a:pt x="8094" y="5332"/>
                  <a:pt x="5120" y="12086"/>
                  <a:pt x="2561" y="17498"/>
                </a:cubicBezTo>
                <a:cubicBezTo>
                  <a:pt x="0" y="22912"/>
                  <a:pt x="1474" y="28410"/>
                  <a:pt x="5979" y="30920"/>
                </a:cubicBezTo>
                <a:cubicBezTo>
                  <a:pt x="7113" y="31551"/>
                  <a:pt x="8155" y="31789"/>
                  <a:pt x="9181" y="31789"/>
                </a:cubicBezTo>
                <a:cubicBezTo>
                  <a:pt x="12232" y="31789"/>
                  <a:pt x="15135" y="29683"/>
                  <a:pt x="19863" y="29548"/>
                </a:cubicBezTo>
                <a:cubicBezTo>
                  <a:pt x="20630" y="29526"/>
                  <a:pt x="21329" y="29520"/>
                  <a:pt x="21975" y="29520"/>
                </a:cubicBezTo>
                <a:cubicBezTo>
                  <a:pt x="22766" y="29520"/>
                  <a:pt x="23477" y="29529"/>
                  <a:pt x="24134" y="29529"/>
                </a:cubicBezTo>
                <a:cubicBezTo>
                  <a:pt x="27359" y="29529"/>
                  <a:pt x="29297" y="29308"/>
                  <a:pt x="33123" y="26702"/>
                </a:cubicBezTo>
                <a:cubicBezTo>
                  <a:pt x="38366" y="23130"/>
                  <a:pt x="39314" y="14704"/>
                  <a:pt x="35179" y="8470"/>
                </a:cubicBezTo>
                <a:cubicBezTo>
                  <a:pt x="31041" y="2236"/>
                  <a:pt x="25903" y="663"/>
                  <a:pt x="25903" y="663"/>
                </a:cubicBezTo>
                <a:cubicBezTo>
                  <a:pt x="25903" y="663"/>
                  <a:pt x="24040" y="0"/>
                  <a:pt x="21370" y="0"/>
                </a:cubicBezTo>
                <a:close/>
              </a:path>
            </a:pathLst>
          </a:custGeom>
          <a:solidFill>
            <a:srgbClr val="000000">
              <a:alpha val="1006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5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114" name="Google Shape;114;p5"/>
          <p:cNvSpPr txBox="1">
            <a:spLocks noGrp="1"/>
          </p:cNvSpPr>
          <p:nvPr>
            <p:ph type="subTitle" idx="1"/>
          </p:nvPr>
        </p:nvSpPr>
        <p:spPr>
          <a:xfrm>
            <a:off x="4679150" y="2453574"/>
            <a:ext cx="3384300" cy="113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15" name="Google Shape;115;p5"/>
          <p:cNvSpPr txBox="1">
            <a:spLocks noGrp="1"/>
          </p:cNvSpPr>
          <p:nvPr>
            <p:ph type="subTitle" idx="2"/>
          </p:nvPr>
        </p:nvSpPr>
        <p:spPr>
          <a:xfrm>
            <a:off x="1080525" y="2453574"/>
            <a:ext cx="3384300" cy="113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16" name="Google Shape;116;p5"/>
          <p:cNvSpPr txBox="1">
            <a:spLocks noGrp="1"/>
          </p:cNvSpPr>
          <p:nvPr>
            <p:ph type="subTitle" idx="3"/>
          </p:nvPr>
        </p:nvSpPr>
        <p:spPr>
          <a:xfrm>
            <a:off x="1080536" y="1817200"/>
            <a:ext cx="3384300" cy="572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1800" b="1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117" name="Google Shape;117;p5"/>
          <p:cNvSpPr txBox="1">
            <a:spLocks noGrp="1"/>
          </p:cNvSpPr>
          <p:nvPr>
            <p:ph type="subTitle" idx="4"/>
          </p:nvPr>
        </p:nvSpPr>
        <p:spPr>
          <a:xfrm>
            <a:off x="4679164" y="1817200"/>
            <a:ext cx="3384300" cy="572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1800" b="1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118" name="Google Shape;118;p5"/>
          <p:cNvSpPr/>
          <p:nvPr/>
        </p:nvSpPr>
        <p:spPr>
          <a:xfrm rot="5551952">
            <a:off x="-721531" y="4084618"/>
            <a:ext cx="2053998" cy="1765206"/>
          </a:xfrm>
          <a:custGeom>
            <a:avLst/>
            <a:gdLst/>
            <a:ahLst/>
            <a:cxnLst/>
            <a:rect l="l" t="t" r="r" b="b"/>
            <a:pathLst>
              <a:path w="38869" h="30330" extrusionOk="0">
                <a:moveTo>
                  <a:pt x="24297" y="1"/>
                </a:moveTo>
                <a:cubicBezTo>
                  <a:pt x="23576" y="1"/>
                  <a:pt x="22813" y="81"/>
                  <a:pt x="22018" y="271"/>
                </a:cubicBezTo>
                <a:cubicBezTo>
                  <a:pt x="16904" y="1494"/>
                  <a:pt x="14626" y="5778"/>
                  <a:pt x="11611" y="8671"/>
                </a:cubicBezTo>
                <a:cubicBezTo>
                  <a:pt x="10032" y="10186"/>
                  <a:pt x="7766" y="10684"/>
                  <a:pt x="5916" y="11826"/>
                </a:cubicBezTo>
                <a:cubicBezTo>
                  <a:pt x="0" y="15481"/>
                  <a:pt x="539" y="24197"/>
                  <a:pt x="4874" y="27639"/>
                </a:cubicBezTo>
                <a:cubicBezTo>
                  <a:pt x="7150" y="29445"/>
                  <a:pt x="9815" y="30330"/>
                  <a:pt x="12976" y="30330"/>
                </a:cubicBezTo>
                <a:cubicBezTo>
                  <a:pt x="15025" y="30330"/>
                  <a:pt x="17282" y="29958"/>
                  <a:pt x="19778" y="29225"/>
                </a:cubicBezTo>
                <a:cubicBezTo>
                  <a:pt x="26123" y="27360"/>
                  <a:pt x="30656" y="26268"/>
                  <a:pt x="34763" y="20412"/>
                </a:cubicBezTo>
                <a:cubicBezTo>
                  <a:pt x="38869" y="14558"/>
                  <a:pt x="35544" y="6859"/>
                  <a:pt x="30907" y="2368"/>
                </a:cubicBezTo>
                <a:cubicBezTo>
                  <a:pt x="30907" y="2368"/>
                  <a:pt x="28215" y="1"/>
                  <a:pt x="24297" y="1"/>
                </a:cubicBezTo>
                <a:close/>
              </a:path>
            </a:pathLst>
          </a:custGeom>
          <a:solidFill>
            <a:srgbClr val="000000">
              <a:alpha val="1006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19" name="Google Shape;119;p5"/>
          <p:cNvSpPr/>
          <p:nvPr/>
        </p:nvSpPr>
        <p:spPr>
          <a:xfrm rot="-460685">
            <a:off x="-850641" y="-888875"/>
            <a:ext cx="2082611" cy="1683994"/>
          </a:xfrm>
          <a:custGeom>
            <a:avLst/>
            <a:gdLst/>
            <a:ahLst/>
            <a:cxnLst/>
            <a:rect l="l" t="t" r="r" b="b"/>
            <a:pathLst>
              <a:path w="39315" h="31790" extrusionOk="0">
                <a:moveTo>
                  <a:pt x="21370" y="0"/>
                </a:moveTo>
                <a:cubicBezTo>
                  <a:pt x="19245" y="0"/>
                  <a:pt x="16609" y="420"/>
                  <a:pt x="13994" y="1929"/>
                </a:cubicBezTo>
                <a:cubicBezTo>
                  <a:pt x="8094" y="5332"/>
                  <a:pt x="5120" y="12086"/>
                  <a:pt x="2561" y="17498"/>
                </a:cubicBezTo>
                <a:cubicBezTo>
                  <a:pt x="0" y="22912"/>
                  <a:pt x="1474" y="28410"/>
                  <a:pt x="5979" y="30920"/>
                </a:cubicBezTo>
                <a:cubicBezTo>
                  <a:pt x="7113" y="31551"/>
                  <a:pt x="8155" y="31789"/>
                  <a:pt x="9181" y="31789"/>
                </a:cubicBezTo>
                <a:cubicBezTo>
                  <a:pt x="12232" y="31789"/>
                  <a:pt x="15135" y="29683"/>
                  <a:pt x="19863" y="29548"/>
                </a:cubicBezTo>
                <a:cubicBezTo>
                  <a:pt x="20630" y="29526"/>
                  <a:pt x="21329" y="29520"/>
                  <a:pt x="21975" y="29520"/>
                </a:cubicBezTo>
                <a:cubicBezTo>
                  <a:pt x="22766" y="29520"/>
                  <a:pt x="23477" y="29529"/>
                  <a:pt x="24134" y="29529"/>
                </a:cubicBezTo>
                <a:cubicBezTo>
                  <a:pt x="27359" y="29529"/>
                  <a:pt x="29297" y="29308"/>
                  <a:pt x="33123" y="26702"/>
                </a:cubicBezTo>
                <a:cubicBezTo>
                  <a:pt x="38366" y="23130"/>
                  <a:pt x="39314" y="14704"/>
                  <a:pt x="35179" y="8470"/>
                </a:cubicBezTo>
                <a:cubicBezTo>
                  <a:pt x="31041" y="2236"/>
                  <a:pt x="25903" y="663"/>
                  <a:pt x="25903" y="663"/>
                </a:cubicBezTo>
                <a:cubicBezTo>
                  <a:pt x="25903" y="663"/>
                  <a:pt x="24040" y="0"/>
                  <a:pt x="21370" y="0"/>
                </a:cubicBezTo>
                <a:close/>
              </a:path>
            </a:pathLst>
          </a:custGeom>
          <a:solidFill>
            <a:srgbClr val="000000">
              <a:alpha val="1006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20" name="Google Shape;120;p5"/>
          <p:cNvSpPr/>
          <p:nvPr/>
        </p:nvSpPr>
        <p:spPr>
          <a:xfrm rot="3259731">
            <a:off x="7063135" y="-804478"/>
            <a:ext cx="3168421" cy="2561976"/>
          </a:xfrm>
          <a:custGeom>
            <a:avLst/>
            <a:gdLst/>
            <a:ahLst/>
            <a:cxnLst/>
            <a:rect l="l" t="t" r="r" b="b"/>
            <a:pathLst>
              <a:path w="39315" h="31790" extrusionOk="0">
                <a:moveTo>
                  <a:pt x="21370" y="0"/>
                </a:moveTo>
                <a:cubicBezTo>
                  <a:pt x="19245" y="0"/>
                  <a:pt x="16609" y="420"/>
                  <a:pt x="13994" y="1929"/>
                </a:cubicBezTo>
                <a:cubicBezTo>
                  <a:pt x="8094" y="5332"/>
                  <a:pt x="5120" y="12086"/>
                  <a:pt x="2561" y="17498"/>
                </a:cubicBezTo>
                <a:cubicBezTo>
                  <a:pt x="0" y="22912"/>
                  <a:pt x="1474" y="28410"/>
                  <a:pt x="5979" y="30920"/>
                </a:cubicBezTo>
                <a:cubicBezTo>
                  <a:pt x="7113" y="31551"/>
                  <a:pt x="8155" y="31789"/>
                  <a:pt x="9181" y="31789"/>
                </a:cubicBezTo>
                <a:cubicBezTo>
                  <a:pt x="12232" y="31789"/>
                  <a:pt x="15135" y="29683"/>
                  <a:pt x="19863" y="29548"/>
                </a:cubicBezTo>
                <a:cubicBezTo>
                  <a:pt x="20630" y="29526"/>
                  <a:pt x="21329" y="29520"/>
                  <a:pt x="21975" y="29520"/>
                </a:cubicBezTo>
                <a:cubicBezTo>
                  <a:pt x="22766" y="29520"/>
                  <a:pt x="23477" y="29529"/>
                  <a:pt x="24134" y="29529"/>
                </a:cubicBezTo>
                <a:cubicBezTo>
                  <a:pt x="27359" y="29529"/>
                  <a:pt x="29297" y="29308"/>
                  <a:pt x="33123" y="26702"/>
                </a:cubicBezTo>
                <a:cubicBezTo>
                  <a:pt x="38366" y="23130"/>
                  <a:pt x="39314" y="14704"/>
                  <a:pt x="35179" y="8470"/>
                </a:cubicBezTo>
                <a:cubicBezTo>
                  <a:pt x="31041" y="2236"/>
                  <a:pt x="25903" y="663"/>
                  <a:pt x="25903" y="663"/>
                </a:cubicBezTo>
                <a:cubicBezTo>
                  <a:pt x="25903" y="663"/>
                  <a:pt x="24040" y="0"/>
                  <a:pt x="21370" y="0"/>
                </a:cubicBezTo>
                <a:close/>
              </a:path>
            </a:pathLst>
          </a:custGeom>
          <a:solidFill>
            <a:srgbClr val="000000">
              <a:alpha val="1006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123" name="Google Shape;123;p6"/>
          <p:cNvSpPr/>
          <p:nvPr/>
        </p:nvSpPr>
        <p:spPr>
          <a:xfrm rot="-9076707">
            <a:off x="85462" y="-755109"/>
            <a:ext cx="1683799" cy="1313891"/>
          </a:xfrm>
          <a:custGeom>
            <a:avLst/>
            <a:gdLst/>
            <a:ahLst/>
            <a:cxnLst/>
            <a:rect l="l" t="t" r="r" b="b"/>
            <a:pathLst>
              <a:path w="38869" h="30330" extrusionOk="0">
                <a:moveTo>
                  <a:pt x="24297" y="1"/>
                </a:moveTo>
                <a:cubicBezTo>
                  <a:pt x="23576" y="1"/>
                  <a:pt x="22813" y="81"/>
                  <a:pt x="22018" y="271"/>
                </a:cubicBezTo>
                <a:cubicBezTo>
                  <a:pt x="16904" y="1494"/>
                  <a:pt x="14626" y="5778"/>
                  <a:pt x="11611" y="8671"/>
                </a:cubicBezTo>
                <a:cubicBezTo>
                  <a:pt x="10032" y="10186"/>
                  <a:pt x="7766" y="10684"/>
                  <a:pt x="5916" y="11826"/>
                </a:cubicBezTo>
                <a:cubicBezTo>
                  <a:pt x="0" y="15481"/>
                  <a:pt x="539" y="24197"/>
                  <a:pt x="4874" y="27639"/>
                </a:cubicBezTo>
                <a:cubicBezTo>
                  <a:pt x="7150" y="29445"/>
                  <a:pt x="9815" y="30330"/>
                  <a:pt x="12976" y="30330"/>
                </a:cubicBezTo>
                <a:cubicBezTo>
                  <a:pt x="15025" y="30330"/>
                  <a:pt x="17282" y="29958"/>
                  <a:pt x="19778" y="29225"/>
                </a:cubicBezTo>
                <a:cubicBezTo>
                  <a:pt x="26123" y="27360"/>
                  <a:pt x="30656" y="26268"/>
                  <a:pt x="34763" y="20412"/>
                </a:cubicBezTo>
                <a:cubicBezTo>
                  <a:pt x="38869" y="14558"/>
                  <a:pt x="35544" y="6859"/>
                  <a:pt x="30907" y="2368"/>
                </a:cubicBezTo>
                <a:cubicBezTo>
                  <a:pt x="30907" y="2368"/>
                  <a:pt x="28215" y="1"/>
                  <a:pt x="24297" y="1"/>
                </a:cubicBezTo>
                <a:close/>
              </a:path>
            </a:pathLst>
          </a:custGeom>
          <a:solidFill>
            <a:srgbClr val="000000">
              <a:alpha val="1006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grpSp>
        <p:nvGrpSpPr>
          <p:cNvPr id="124" name="Google Shape;124;p6"/>
          <p:cNvGrpSpPr/>
          <p:nvPr/>
        </p:nvGrpSpPr>
        <p:grpSpPr>
          <a:xfrm>
            <a:off x="6779278" y="192982"/>
            <a:ext cx="2107998" cy="297419"/>
            <a:chOff x="6108096" y="3265836"/>
            <a:chExt cx="1633727" cy="230504"/>
          </a:xfrm>
        </p:grpSpPr>
        <p:sp>
          <p:nvSpPr>
            <p:cNvPr id="125" name="Google Shape;125;p6"/>
            <p:cNvSpPr/>
            <p:nvPr/>
          </p:nvSpPr>
          <p:spPr>
            <a:xfrm>
              <a:off x="6108096" y="3265836"/>
              <a:ext cx="1633727" cy="230504"/>
            </a:xfrm>
            <a:custGeom>
              <a:avLst/>
              <a:gdLst/>
              <a:ahLst/>
              <a:cxnLst/>
              <a:rect l="l" t="t" r="r" b="b"/>
              <a:pathLst>
                <a:path w="1633727" h="230504" extrusionOk="0">
                  <a:moveTo>
                    <a:pt x="1518476" y="0"/>
                  </a:moveTo>
                  <a:cubicBezTo>
                    <a:pt x="1582128" y="0"/>
                    <a:pt x="1633728" y="51600"/>
                    <a:pt x="1633728" y="115253"/>
                  </a:cubicBezTo>
                  <a:lnTo>
                    <a:pt x="1633728" y="115253"/>
                  </a:lnTo>
                  <a:cubicBezTo>
                    <a:pt x="1633728" y="178905"/>
                    <a:pt x="1582128" y="230505"/>
                    <a:pt x="1518476" y="230505"/>
                  </a:cubicBezTo>
                  <a:lnTo>
                    <a:pt x="115252" y="230505"/>
                  </a:lnTo>
                  <a:cubicBezTo>
                    <a:pt x="51601" y="230505"/>
                    <a:pt x="0" y="178905"/>
                    <a:pt x="0" y="115253"/>
                  </a:cubicBezTo>
                  <a:lnTo>
                    <a:pt x="0" y="115253"/>
                  </a:lnTo>
                  <a:cubicBezTo>
                    <a:pt x="0" y="51600"/>
                    <a:pt x="51601" y="0"/>
                    <a:pt x="115252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6" name="Google Shape;126;p6"/>
            <p:cNvSpPr/>
            <p:nvPr/>
          </p:nvSpPr>
          <p:spPr>
            <a:xfrm>
              <a:off x="7528381" y="3292292"/>
              <a:ext cx="166485" cy="165854"/>
            </a:xfrm>
            <a:custGeom>
              <a:avLst/>
              <a:gdLst/>
              <a:ahLst/>
              <a:cxnLst/>
              <a:rect l="l" t="t" r="r" b="b"/>
              <a:pathLst>
                <a:path w="166485" h="165854" extrusionOk="0">
                  <a:moveTo>
                    <a:pt x="161532" y="137469"/>
                  </a:moveTo>
                  <a:lnTo>
                    <a:pt x="120003" y="95941"/>
                  </a:lnTo>
                  <a:lnTo>
                    <a:pt x="113336" y="102608"/>
                  </a:lnTo>
                  <a:lnTo>
                    <a:pt x="105811" y="95083"/>
                  </a:lnTo>
                  <a:cubicBezTo>
                    <a:pt x="123622" y="71842"/>
                    <a:pt x="122194" y="38600"/>
                    <a:pt x="100953" y="17359"/>
                  </a:cubicBezTo>
                  <a:cubicBezTo>
                    <a:pt x="77807" y="-5786"/>
                    <a:pt x="40374" y="-5786"/>
                    <a:pt x="17324" y="17359"/>
                  </a:cubicBezTo>
                  <a:cubicBezTo>
                    <a:pt x="-5727" y="40505"/>
                    <a:pt x="-5822" y="77938"/>
                    <a:pt x="17324" y="100989"/>
                  </a:cubicBezTo>
                  <a:cubicBezTo>
                    <a:pt x="38850" y="122515"/>
                    <a:pt x="72568" y="123754"/>
                    <a:pt x="95809" y="105275"/>
                  </a:cubicBezTo>
                  <a:lnTo>
                    <a:pt x="103334" y="112800"/>
                  </a:lnTo>
                  <a:lnTo>
                    <a:pt x="96667" y="119467"/>
                  </a:lnTo>
                  <a:lnTo>
                    <a:pt x="138196" y="160996"/>
                  </a:lnTo>
                  <a:cubicBezTo>
                    <a:pt x="144673" y="167473"/>
                    <a:pt x="155150" y="167473"/>
                    <a:pt x="161627" y="160996"/>
                  </a:cubicBezTo>
                  <a:lnTo>
                    <a:pt x="161627" y="160996"/>
                  </a:lnTo>
                  <a:cubicBezTo>
                    <a:pt x="168104" y="154519"/>
                    <a:pt x="168104" y="144042"/>
                    <a:pt x="161627" y="137565"/>
                  </a:cubicBezTo>
                  <a:close/>
                  <a:moveTo>
                    <a:pt x="59138" y="102513"/>
                  </a:moveTo>
                  <a:cubicBezTo>
                    <a:pt x="54471" y="102513"/>
                    <a:pt x="49899" y="101751"/>
                    <a:pt x="45612" y="100417"/>
                  </a:cubicBezTo>
                  <a:cubicBezTo>
                    <a:pt x="33611" y="96512"/>
                    <a:pt x="23896" y="87463"/>
                    <a:pt x="19133" y="75938"/>
                  </a:cubicBezTo>
                  <a:cubicBezTo>
                    <a:pt x="16942" y="70794"/>
                    <a:pt x="15799" y="65175"/>
                    <a:pt x="15799" y="59269"/>
                  </a:cubicBezTo>
                  <a:cubicBezTo>
                    <a:pt x="15799" y="35361"/>
                    <a:pt x="35231" y="15931"/>
                    <a:pt x="59138" y="15931"/>
                  </a:cubicBezTo>
                  <a:cubicBezTo>
                    <a:pt x="65044" y="15931"/>
                    <a:pt x="70663" y="17074"/>
                    <a:pt x="75807" y="19264"/>
                  </a:cubicBezTo>
                  <a:cubicBezTo>
                    <a:pt x="87332" y="24122"/>
                    <a:pt x="96381" y="33742"/>
                    <a:pt x="100286" y="45744"/>
                  </a:cubicBezTo>
                  <a:cubicBezTo>
                    <a:pt x="101715" y="50030"/>
                    <a:pt x="102382" y="54507"/>
                    <a:pt x="102382" y="59269"/>
                  </a:cubicBezTo>
                  <a:cubicBezTo>
                    <a:pt x="102382" y="83177"/>
                    <a:pt x="83046" y="102513"/>
                    <a:pt x="59138" y="102513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7" name="Google Shape;127;p6"/>
            <p:cNvSpPr/>
            <p:nvPr/>
          </p:nvSpPr>
          <p:spPr>
            <a:xfrm>
              <a:off x="7475124" y="3290220"/>
              <a:ext cx="7620" cy="174307"/>
            </a:xfrm>
            <a:custGeom>
              <a:avLst/>
              <a:gdLst/>
              <a:ahLst/>
              <a:cxnLst/>
              <a:rect l="l" t="t" r="r" b="b"/>
              <a:pathLst>
                <a:path w="7620" h="174307" extrusionOk="0">
                  <a:moveTo>
                    <a:pt x="3810" y="174308"/>
                  </a:moveTo>
                  <a:lnTo>
                    <a:pt x="3810" y="174308"/>
                  </a:lnTo>
                  <a:cubicBezTo>
                    <a:pt x="1714" y="174308"/>
                    <a:pt x="0" y="172593"/>
                    <a:pt x="0" y="170497"/>
                  </a:cubicBezTo>
                  <a:lnTo>
                    <a:pt x="0" y="3810"/>
                  </a:lnTo>
                  <a:cubicBezTo>
                    <a:pt x="0" y="1714"/>
                    <a:pt x="1714" y="0"/>
                    <a:pt x="3810" y="0"/>
                  </a:cubicBezTo>
                  <a:lnTo>
                    <a:pt x="3810" y="0"/>
                  </a:lnTo>
                  <a:cubicBezTo>
                    <a:pt x="5905" y="0"/>
                    <a:pt x="7620" y="1714"/>
                    <a:pt x="7620" y="3810"/>
                  </a:cubicBezTo>
                  <a:lnTo>
                    <a:pt x="7620" y="170497"/>
                  </a:lnTo>
                  <a:cubicBezTo>
                    <a:pt x="7620" y="172593"/>
                    <a:pt x="5905" y="174308"/>
                    <a:pt x="3810" y="174308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28" name="Google Shape;128;p6"/>
          <p:cNvSpPr/>
          <p:nvPr/>
        </p:nvSpPr>
        <p:spPr>
          <a:xfrm rot="532502" flipH="1">
            <a:off x="-514115" y="4385276"/>
            <a:ext cx="1514959" cy="1224991"/>
          </a:xfrm>
          <a:custGeom>
            <a:avLst/>
            <a:gdLst/>
            <a:ahLst/>
            <a:cxnLst/>
            <a:rect l="l" t="t" r="r" b="b"/>
            <a:pathLst>
              <a:path w="39315" h="31790" extrusionOk="0">
                <a:moveTo>
                  <a:pt x="21370" y="0"/>
                </a:moveTo>
                <a:cubicBezTo>
                  <a:pt x="19245" y="0"/>
                  <a:pt x="16609" y="420"/>
                  <a:pt x="13994" y="1929"/>
                </a:cubicBezTo>
                <a:cubicBezTo>
                  <a:pt x="8094" y="5332"/>
                  <a:pt x="5120" y="12086"/>
                  <a:pt x="2561" y="17498"/>
                </a:cubicBezTo>
                <a:cubicBezTo>
                  <a:pt x="0" y="22912"/>
                  <a:pt x="1474" y="28410"/>
                  <a:pt x="5979" y="30920"/>
                </a:cubicBezTo>
                <a:cubicBezTo>
                  <a:pt x="7113" y="31551"/>
                  <a:pt x="8155" y="31789"/>
                  <a:pt x="9181" y="31789"/>
                </a:cubicBezTo>
                <a:cubicBezTo>
                  <a:pt x="12232" y="31789"/>
                  <a:pt x="15135" y="29683"/>
                  <a:pt x="19863" y="29548"/>
                </a:cubicBezTo>
                <a:cubicBezTo>
                  <a:pt x="20630" y="29526"/>
                  <a:pt x="21329" y="29520"/>
                  <a:pt x="21975" y="29520"/>
                </a:cubicBezTo>
                <a:cubicBezTo>
                  <a:pt x="22766" y="29520"/>
                  <a:pt x="23477" y="29529"/>
                  <a:pt x="24134" y="29529"/>
                </a:cubicBezTo>
                <a:cubicBezTo>
                  <a:pt x="27359" y="29529"/>
                  <a:pt x="29297" y="29308"/>
                  <a:pt x="33123" y="26702"/>
                </a:cubicBezTo>
                <a:cubicBezTo>
                  <a:pt x="38366" y="23130"/>
                  <a:pt x="39314" y="14704"/>
                  <a:pt x="35179" y="8470"/>
                </a:cubicBezTo>
                <a:cubicBezTo>
                  <a:pt x="31041" y="2236"/>
                  <a:pt x="25903" y="663"/>
                  <a:pt x="25903" y="663"/>
                </a:cubicBezTo>
                <a:cubicBezTo>
                  <a:pt x="25903" y="663"/>
                  <a:pt x="24040" y="0"/>
                  <a:pt x="21370" y="0"/>
                </a:cubicBezTo>
                <a:close/>
              </a:path>
            </a:pathLst>
          </a:custGeom>
          <a:solidFill>
            <a:srgbClr val="000000">
              <a:alpha val="1006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grpSp>
        <p:nvGrpSpPr>
          <p:cNvPr id="129" name="Google Shape;129;p6"/>
          <p:cNvGrpSpPr/>
          <p:nvPr/>
        </p:nvGrpSpPr>
        <p:grpSpPr>
          <a:xfrm>
            <a:off x="-148774" y="4544215"/>
            <a:ext cx="784225" cy="584398"/>
            <a:chOff x="1914620" y="1930431"/>
            <a:chExt cx="572929" cy="426911"/>
          </a:xfrm>
        </p:grpSpPr>
        <p:grpSp>
          <p:nvGrpSpPr>
            <p:cNvPr id="130" name="Google Shape;130;p6"/>
            <p:cNvGrpSpPr/>
            <p:nvPr/>
          </p:nvGrpSpPr>
          <p:grpSpPr>
            <a:xfrm>
              <a:off x="1914620" y="1930431"/>
              <a:ext cx="572929" cy="426911"/>
              <a:chOff x="1914620" y="1930431"/>
              <a:chExt cx="572929" cy="426911"/>
            </a:xfrm>
          </p:grpSpPr>
          <p:sp>
            <p:nvSpPr>
              <p:cNvPr id="131" name="Google Shape;131;p6"/>
              <p:cNvSpPr/>
              <p:nvPr/>
            </p:nvSpPr>
            <p:spPr>
              <a:xfrm>
                <a:off x="2042160" y="1930431"/>
                <a:ext cx="445389" cy="299466"/>
              </a:xfrm>
              <a:custGeom>
                <a:avLst/>
                <a:gdLst/>
                <a:ahLst/>
                <a:cxnLst/>
                <a:rect l="l" t="t" r="r" b="b"/>
                <a:pathLst>
                  <a:path w="445389" h="299466" extrusionOk="0">
                    <a:moveTo>
                      <a:pt x="139065" y="7620"/>
                    </a:moveTo>
                    <a:lnTo>
                      <a:pt x="173355" y="41910"/>
                    </a:lnTo>
                    <a:cubicBezTo>
                      <a:pt x="178308" y="46863"/>
                      <a:pt x="185071" y="49721"/>
                      <a:pt x="192119" y="49721"/>
                    </a:cubicBezTo>
                    <a:lnTo>
                      <a:pt x="418910" y="49721"/>
                    </a:lnTo>
                    <a:cubicBezTo>
                      <a:pt x="433578" y="49721"/>
                      <a:pt x="445389" y="61627"/>
                      <a:pt x="445389" y="76200"/>
                    </a:cubicBezTo>
                    <a:lnTo>
                      <a:pt x="445389" y="272987"/>
                    </a:lnTo>
                    <a:cubicBezTo>
                      <a:pt x="445389" y="287655"/>
                      <a:pt x="433483" y="299466"/>
                      <a:pt x="418910" y="299466"/>
                    </a:cubicBezTo>
                    <a:lnTo>
                      <a:pt x="26479" y="299466"/>
                    </a:lnTo>
                    <a:cubicBezTo>
                      <a:pt x="11811" y="299466"/>
                      <a:pt x="0" y="287560"/>
                      <a:pt x="0" y="272987"/>
                    </a:cubicBezTo>
                    <a:lnTo>
                      <a:pt x="0" y="26479"/>
                    </a:lnTo>
                    <a:cubicBezTo>
                      <a:pt x="0" y="11811"/>
                      <a:pt x="11906" y="0"/>
                      <a:pt x="26479" y="0"/>
                    </a:cubicBezTo>
                    <a:lnTo>
                      <a:pt x="120396" y="0"/>
                    </a:lnTo>
                    <a:cubicBezTo>
                      <a:pt x="127444" y="0"/>
                      <a:pt x="134207" y="2762"/>
                      <a:pt x="139160" y="7715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32" name="Google Shape;132;p6"/>
              <p:cNvSpPr/>
              <p:nvPr/>
            </p:nvSpPr>
            <p:spPr>
              <a:xfrm>
                <a:off x="1978342" y="1994058"/>
                <a:ext cx="445389" cy="299465"/>
              </a:xfrm>
              <a:custGeom>
                <a:avLst/>
                <a:gdLst/>
                <a:ahLst/>
                <a:cxnLst/>
                <a:rect l="l" t="t" r="r" b="b"/>
                <a:pathLst>
                  <a:path w="445389" h="299465" extrusionOk="0">
                    <a:moveTo>
                      <a:pt x="139065" y="7715"/>
                    </a:moveTo>
                    <a:lnTo>
                      <a:pt x="173355" y="42005"/>
                    </a:lnTo>
                    <a:cubicBezTo>
                      <a:pt x="178308" y="46958"/>
                      <a:pt x="185071" y="49721"/>
                      <a:pt x="192119" y="49721"/>
                    </a:cubicBezTo>
                    <a:lnTo>
                      <a:pt x="418909" y="49721"/>
                    </a:lnTo>
                    <a:cubicBezTo>
                      <a:pt x="433578" y="49721"/>
                      <a:pt x="445389" y="61627"/>
                      <a:pt x="445389" y="76200"/>
                    </a:cubicBezTo>
                    <a:lnTo>
                      <a:pt x="445389" y="272986"/>
                    </a:lnTo>
                    <a:cubicBezTo>
                      <a:pt x="445389" y="287655"/>
                      <a:pt x="433483" y="299466"/>
                      <a:pt x="418909" y="299466"/>
                    </a:cubicBezTo>
                    <a:lnTo>
                      <a:pt x="26480" y="299466"/>
                    </a:lnTo>
                    <a:cubicBezTo>
                      <a:pt x="11811" y="299466"/>
                      <a:pt x="0" y="287560"/>
                      <a:pt x="0" y="272986"/>
                    </a:cubicBezTo>
                    <a:lnTo>
                      <a:pt x="0" y="26479"/>
                    </a:lnTo>
                    <a:cubicBezTo>
                      <a:pt x="0" y="11811"/>
                      <a:pt x="11906" y="0"/>
                      <a:pt x="26480" y="0"/>
                    </a:cubicBezTo>
                    <a:lnTo>
                      <a:pt x="120396" y="0"/>
                    </a:lnTo>
                    <a:cubicBezTo>
                      <a:pt x="127445" y="0"/>
                      <a:pt x="134207" y="2762"/>
                      <a:pt x="139160" y="7715"/>
                    </a:cubicBez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33" name="Google Shape;133;p6"/>
              <p:cNvSpPr/>
              <p:nvPr/>
            </p:nvSpPr>
            <p:spPr>
              <a:xfrm>
                <a:off x="1914620" y="2057876"/>
                <a:ext cx="445389" cy="299466"/>
              </a:xfrm>
              <a:custGeom>
                <a:avLst/>
                <a:gdLst/>
                <a:ahLst/>
                <a:cxnLst/>
                <a:rect l="l" t="t" r="r" b="b"/>
                <a:pathLst>
                  <a:path w="445389" h="299466" extrusionOk="0">
                    <a:moveTo>
                      <a:pt x="139065" y="7715"/>
                    </a:moveTo>
                    <a:lnTo>
                      <a:pt x="173355" y="42005"/>
                    </a:lnTo>
                    <a:cubicBezTo>
                      <a:pt x="178308" y="46958"/>
                      <a:pt x="185071" y="49721"/>
                      <a:pt x="192119" y="49721"/>
                    </a:cubicBezTo>
                    <a:lnTo>
                      <a:pt x="418909" y="49721"/>
                    </a:lnTo>
                    <a:cubicBezTo>
                      <a:pt x="433578" y="49721"/>
                      <a:pt x="445389" y="61627"/>
                      <a:pt x="445389" y="76200"/>
                    </a:cubicBezTo>
                    <a:lnTo>
                      <a:pt x="445389" y="272987"/>
                    </a:lnTo>
                    <a:cubicBezTo>
                      <a:pt x="445389" y="287655"/>
                      <a:pt x="433483" y="299466"/>
                      <a:pt x="418909" y="299466"/>
                    </a:cubicBezTo>
                    <a:lnTo>
                      <a:pt x="26479" y="299466"/>
                    </a:lnTo>
                    <a:cubicBezTo>
                      <a:pt x="11811" y="299466"/>
                      <a:pt x="0" y="287560"/>
                      <a:pt x="0" y="272987"/>
                    </a:cubicBezTo>
                    <a:lnTo>
                      <a:pt x="0" y="26479"/>
                    </a:lnTo>
                    <a:cubicBezTo>
                      <a:pt x="0" y="11811"/>
                      <a:pt x="11906" y="0"/>
                      <a:pt x="26479" y="0"/>
                    </a:cubicBezTo>
                    <a:lnTo>
                      <a:pt x="120396" y="0"/>
                    </a:lnTo>
                    <a:cubicBezTo>
                      <a:pt x="127444" y="0"/>
                      <a:pt x="134207" y="2762"/>
                      <a:pt x="139160" y="7715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sp>
          <p:nvSpPr>
            <p:cNvPr id="134" name="Google Shape;134;p6"/>
            <p:cNvSpPr/>
            <p:nvPr/>
          </p:nvSpPr>
          <p:spPr>
            <a:xfrm>
              <a:off x="2024157" y="2180272"/>
              <a:ext cx="222980" cy="101917"/>
            </a:xfrm>
            <a:custGeom>
              <a:avLst/>
              <a:gdLst/>
              <a:ahLst/>
              <a:cxnLst/>
              <a:rect l="l" t="t" r="r" b="b"/>
              <a:pathLst>
                <a:path w="222980" h="101917" extrusionOk="0">
                  <a:moveTo>
                    <a:pt x="25051" y="45529"/>
                  </a:moveTo>
                  <a:lnTo>
                    <a:pt x="0" y="45529"/>
                  </a:lnTo>
                  <a:lnTo>
                    <a:pt x="0" y="56388"/>
                  </a:lnTo>
                  <a:lnTo>
                    <a:pt x="25051" y="56388"/>
                  </a:lnTo>
                  <a:lnTo>
                    <a:pt x="25051" y="45529"/>
                  </a:lnTo>
                  <a:close/>
                  <a:moveTo>
                    <a:pt x="115538" y="79153"/>
                  </a:moveTo>
                  <a:lnTo>
                    <a:pt x="184023" y="79153"/>
                  </a:lnTo>
                  <a:lnTo>
                    <a:pt x="184023" y="68294"/>
                  </a:lnTo>
                  <a:lnTo>
                    <a:pt x="115538" y="68294"/>
                  </a:lnTo>
                  <a:lnTo>
                    <a:pt x="115538" y="79153"/>
                  </a:lnTo>
                  <a:close/>
                  <a:moveTo>
                    <a:pt x="32766" y="56388"/>
                  </a:moveTo>
                  <a:lnTo>
                    <a:pt x="129730" y="56388"/>
                  </a:lnTo>
                  <a:lnTo>
                    <a:pt x="129730" y="45529"/>
                  </a:lnTo>
                  <a:lnTo>
                    <a:pt x="32766" y="45529"/>
                  </a:lnTo>
                  <a:lnTo>
                    <a:pt x="32766" y="56388"/>
                  </a:lnTo>
                  <a:close/>
                  <a:moveTo>
                    <a:pt x="184023" y="0"/>
                  </a:moveTo>
                  <a:lnTo>
                    <a:pt x="23908" y="0"/>
                  </a:lnTo>
                  <a:lnTo>
                    <a:pt x="23908" y="10858"/>
                  </a:lnTo>
                  <a:lnTo>
                    <a:pt x="184023" y="10858"/>
                  </a:lnTo>
                  <a:lnTo>
                    <a:pt x="184023" y="0"/>
                  </a:lnTo>
                  <a:close/>
                  <a:moveTo>
                    <a:pt x="47815" y="22765"/>
                  </a:moveTo>
                  <a:lnTo>
                    <a:pt x="0" y="22765"/>
                  </a:lnTo>
                  <a:lnTo>
                    <a:pt x="0" y="33623"/>
                  </a:lnTo>
                  <a:lnTo>
                    <a:pt x="47815" y="33623"/>
                  </a:lnTo>
                  <a:lnTo>
                    <a:pt x="47815" y="22765"/>
                  </a:lnTo>
                  <a:close/>
                  <a:moveTo>
                    <a:pt x="102584" y="68294"/>
                  </a:moveTo>
                  <a:lnTo>
                    <a:pt x="0" y="68294"/>
                  </a:lnTo>
                  <a:lnTo>
                    <a:pt x="0" y="79153"/>
                  </a:lnTo>
                  <a:lnTo>
                    <a:pt x="102584" y="79153"/>
                  </a:lnTo>
                  <a:lnTo>
                    <a:pt x="102584" y="68294"/>
                  </a:lnTo>
                  <a:close/>
                  <a:moveTo>
                    <a:pt x="146875" y="101918"/>
                  </a:moveTo>
                  <a:lnTo>
                    <a:pt x="195644" y="101918"/>
                  </a:lnTo>
                  <a:lnTo>
                    <a:pt x="195644" y="91059"/>
                  </a:lnTo>
                  <a:lnTo>
                    <a:pt x="146875" y="91059"/>
                  </a:lnTo>
                  <a:lnTo>
                    <a:pt x="146875" y="101918"/>
                  </a:lnTo>
                  <a:close/>
                  <a:moveTo>
                    <a:pt x="0" y="101918"/>
                  </a:moveTo>
                  <a:lnTo>
                    <a:pt x="62198" y="101918"/>
                  </a:lnTo>
                  <a:lnTo>
                    <a:pt x="62198" y="91059"/>
                  </a:lnTo>
                  <a:lnTo>
                    <a:pt x="0" y="91059"/>
                  </a:lnTo>
                  <a:lnTo>
                    <a:pt x="0" y="101918"/>
                  </a:lnTo>
                  <a:close/>
                  <a:moveTo>
                    <a:pt x="60769" y="33623"/>
                  </a:moveTo>
                  <a:lnTo>
                    <a:pt x="222980" y="33623"/>
                  </a:lnTo>
                  <a:lnTo>
                    <a:pt x="222980" y="22765"/>
                  </a:lnTo>
                  <a:lnTo>
                    <a:pt x="60769" y="22765"/>
                  </a:lnTo>
                  <a:lnTo>
                    <a:pt x="60769" y="33623"/>
                  </a:lnTo>
                  <a:close/>
                  <a:moveTo>
                    <a:pt x="190500" y="0"/>
                  </a:moveTo>
                  <a:lnTo>
                    <a:pt x="190500" y="10858"/>
                  </a:lnTo>
                  <a:lnTo>
                    <a:pt x="222980" y="10858"/>
                  </a:lnTo>
                  <a:lnTo>
                    <a:pt x="222980" y="0"/>
                  </a:lnTo>
                  <a:lnTo>
                    <a:pt x="190500" y="0"/>
                  </a:lnTo>
                  <a:close/>
                  <a:moveTo>
                    <a:pt x="137350" y="56388"/>
                  </a:moveTo>
                  <a:lnTo>
                    <a:pt x="222980" y="56388"/>
                  </a:lnTo>
                  <a:lnTo>
                    <a:pt x="222980" y="45529"/>
                  </a:lnTo>
                  <a:lnTo>
                    <a:pt x="137350" y="45529"/>
                  </a:lnTo>
                  <a:lnTo>
                    <a:pt x="137350" y="56388"/>
                  </a:lnTo>
                  <a:close/>
                  <a:moveTo>
                    <a:pt x="196882" y="79153"/>
                  </a:moveTo>
                  <a:lnTo>
                    <a:pt x="222885" y="79153"/>
                  </a:lnTo>
                  <a:lnTo>
                    <a:pt x="222885" y="68294"/>
                  </a:lnTo>
                  <a:lnTo>
                    <a:pt x="196882" y="68294"/>
                  </a:lnTo>
                  <a:lnTo>
                    <a:pt x="196882" y="79153"/>
                  </a:lnTo>
                  <a:close/>
                  <a:moveTo>
                    <a:pt x="75057" y="101918"/>
                  </a:moveTo>
                  <a:lnTo>
                    <a:pt x="139065" y="101918"/>
                  </a:lnTo>
                  <a:lnTo>
                    <a:pt x="139065" y="91059"/>
                  </a:lnTo>
                  <a:lnTo>
                    <a:pt x="75057" y="91059"/>
                  </a:lnTo>
                  <a:lnTo>
                    <a:pt x="75057" y="101918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35" name="Google Shape;135;p6"/>
          <p:cNvSpPr/>
          <p:nvPr/>
        </p:nvSpPr>
        <p:spPr>
          <a:xfrm rot="5844200">
            <a:off x="8030548" y="2339312"/>
            <a:ext cx="2404301" cy="1318596"/>
          </a:xfrm>
          <a:custGeom>
            <a:avLst/>
            <a:gdLst/>
            <a:ahLst/>
            <a:cxnLst/>
            <a:rect l="l" t="t" r="r" b="b"/>
            <a:pathLst>
              <a:path w="39315" h="31790" extrusionOk="0">
                <a:moveTo>
                  <a:pt x="21370" y="0"/>
                </a:moveTo>
                <a:cubicBezTo>
                  <a:pt x="19245" y="0"/>
                  <a:pt x="16609" y="420"/>
                  <a:pt x="13994" y="1929"/>
                </a:cubicBezTo>
                <a:cubicBezTo>
                  <a:pt x="8094" y="5332"/>
                  <a:pt x="5120" y="12086"/>
                  <a:pt x="2561" y="17498"/>
                </a:cubicBezTo>
                <a:cubicBezTo>
                  <a:pt x="0" y="22912"/>
                  <a:pt x="1474" y="28410"/>
                  <a:pt x="5979" y="30920"/>
                </a:cubicBezTo>
                <a:cubicBezTo>
                  <a:pt x="7113" y="31551"/>
                  <a:pt x="8155" y="31789"/>
                  <a:pt x="9181" y="31789"/>
                </a:cubicBezTo>
                <a:cubicBezTo>
                  <a:pt x="12232" y="31789"/>
                  <a:pt x="15135" y="29683"/>
                  <a:pt x="19863" y="29548"/>
                </a:cubicBezTo>
                <a:cubicBezTo>
                  <a:pt x="20630" y="29526"/>
                  <a:pt x="21329" y="29520"/>
                  <a:pt x="21975" y="29520"/>
                </a:cubicBezTo>
                <a:cubicBezTo>
                  <a:pt x="22766" y="29520"/>
                  <a:pt x="23477" y="29529"/>
                  <a:pt x="24134" y="29529"/>
                </a:cubicBezTo>
                <a:cubicBezTo>
                  <a:pt x="27359" y="29529"/>
                  <a:pt x="29297" y="29308"/>
                  <a:pt x="33123" y="26702"/>
                </a:cubicBezTo>
                <a:cubicBezTo>
                  <a:pt x="38366" y="23130"/>
                  <a:pt x="39314" y="14704"/>
                  <a:pt x="35179" y="8470"/>
                </a:cubicBezTo>
                <a:cubicBezTo>
                  <a:pt x="31041" y="2236"/>
                  <a:pt x="25903" y="663"/>
                  <a:pt x="25903" y="663"/>
                </a:cubicBezTo>
                <a:cubicBezTo>
                  <a:pt x="25903" y="663"/>
                  <a:pt x="24040" y="0"/>
                  <a:pt x="21370" y="0"/>
                </a:cubicBezTo>
                <a:close/>
              </a:path>
            </a:pathLst>
          </a:custGeom>
          <a:solidFill>
            <a:srgbClr val="000000">
              <a:alpha val="1006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"/>
          <p:cNvSpPr txBox="1">
            <a:spLocks noGrp="1"/>
          </p:cNvSpPr>
          <p:nvPr>
            <p:ph type="title"/>
          </p:nvPr>
        </p:nvSpPr>
        <p:spPr>
          <a:xfrm>
            <a:off x="811975" y="1032900"/>
            <a:ext cx="2804400" cy="1006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138" name="Google Shape;138;p7"/>
          <p:cNvSpPr txBox="1">
            <a:spLocks noGrp="1"/>
          </p:cNvSpPr>
          <p:nvPr>
            <p:ph type="subTitle" idx="1"/>
          </p:nvPr>
        </p:nvSpPr>
        <p:spPr>
          <a:xfrm>
            <a:off x="811975" y="2039700"/>
            <a:ext cx="4294800" cy="2070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●"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Char char="■"/>
              <a:defRPr/>
            </a:lvl9pPr>
          </a:lstStyle>
          <a:p>
            <a:endParaRPr/>
          </a:p>
        </p:txBody>
      </p:sp>
      <p:sp>
        <p:nvSpPr>
          <p:cNvPr id="139" name="Google Shape;139;p7"/>
          <p:cNvSpPr>
            <a:spLocks noGrp="1"/>
          </p:cNvSpPr>
          <p:nvPr>
            <p:ph type="pic" idx="2"/>
          </p:nvPr>
        </p:nvSpPr>
        <p:spPr>
          <a:xfrm>
            <a:off x="5668975" y="1076550"/>
            <a:ext cx="2990400" cy="2990400"/>
          </a:xfrm>
          <a:prstGeom prst="roundRect">
            <a:avLst>
              <a:gd name="adj" fmla="val 16667"/>
            </a:avLst>
          </a:prstGeom>
          <a:noFill/>
          <a:ln>
            <a:noFill/>
          </a:ln>
        </p:spPr>
      </p:sp>
      <p:sp>
        <p:nvSpPr>
          <p:cNvPr id="140" name="Google Shape;140;p7"/>
          <p:cNvSpPr/>
          <p:nvPr/>
        </p:nvSpPr>
        <p:spPr>
          <a:xfrm rot="-2381697">
            <a:off x="-1265120" y="-661594"/>
            <a:ext cx="3096202" cy="2008988"/>
          </a:xfrm>
          <a:custGeom>
            <a:avLst/>
            <a:gdLst/>
            <a:ahLst/>
            <a:cxnLst/>
            <a:rect l="l" t="t" r="r" b="b"/>
            <a:pathLst>
              <a:path w="39315" h="31790" extrusionOk="0">
                <a:moveTo>
                  <a:pt x="21370" y="0"/>
                </a:moveTo>
                <a:cubicBezTo>
                  <a:pt x="19245" y="0"/>
                  <a:pt x="16609" y="420"/>
                  <a:pt x="13994" y="1929"/>
                </a:cubicBezTo>
                <a:cubicBezTo>
                  <a:pt x="8094" y="5332"/>
                  <a:pt x="5120" y="12086"/>
                  <a:pt x="2561" y="17498"/>
                </a:cubicBezTo>
                <a:cubicBezTo>
                  <a:pt x="0" y="22912"/>
                  <a:pt x="1474" y="28410"/>
                  <a:pt x="5979" y="30920"/>
                </a:cubicBezTo>
                <a:cubicBezTo>
                  <a:pt x="7113" y="31551"/>
                  <a:pt x="8155" y="31789"/>
                  <a:pt x="9181" y="31789"/>
                </a:cubicBezTo>
                <a:cubicBezTo>
                  <a:pt x="12232" y="31789"/>
                  <a:pt x="15135" y="29683"/>
                  <a:pt x="19863" y="29548"/>
                </a:cubicBezTo>
                <a:cubicBezTo>
                  <a:pt x="20630" y="29526"/>
                  <a:pt x="21329" y="29520"/>
                  <a:pt x="21975" y="29520"/>
                </a:cubicBezTo>
                <a:cubicBezTo>
                  <a:pt x="22766" y="29520"/>
                  <a:pt x="23477" y="29529"/>
                  <a:pt x="24134" y="29529"/>
                </a:cubicBezTo>
                <a:cubicBezTo>
                  <a:pt x="27359" y="29529"/>
                  <a:pt x="29297" y="29308"/>
                  <a:pt x="33123" y="26702"/>
                </a:cubicBezTo>
                <a:cubicBezTo>
                  <a:pt x="38366" y="23130"/>
                  <a:pt x="39314" y="14704"/>
                  <a:pt x="35179" y="8470"/>
                </a:cubicBezTo>
                <a:cubicBezTo>
                  <a:pt x="31041" y="2236"/>
                  <a:pt x="25903" y="663"/>
                  <a:pt x="25903" y="663"/>
                </a:cubicBezTo>
                <a:cubicBezTo>
                  <a:pt x="25903" y="663"/>
                  <a:pt x="24040" y="0"/>
                  <a:pt x="21370" y="0"/>
                </a:cubicBezTo>
                <a:close/>
              </a:path>
            </a:pathLst>
          </a:custGeom>
          <a:solidFill>
            <a:srgbClr val="000000">
              <a:alpha val="1006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41" name="Google Shape;141;p7"/>
          <p:cNvSpPr/>
          <p:nvPr/>
        </p:nvSpPr>
        <p:spPr>
          <a:xfrm rot="-7296874">
            <a:off x="-735040" y="4231574"/>
            <a:ext cx="2036053" cy="1508864"/>
          </a:xfrm>
          <a:custGeom>
            <a:avLst/>
            <a:gdLst/>
            <a:ahLst/>
            <a:cxnLst/>
            <a:rect l="l" t="t" r="r" b="b"/>
            <a:pathLst>
              <a:path w="39315" h="31790" extrusionOk="0">
                <a:moveTo>
                  <a:pt x="21370" y="0"/>
                </a:moveTo>
                <a:cubicBezTo>
                  <a:pt x="19245" y="0"/>
                  <a:pt x="16609" y="420"/>
                  <a:pt x="13994" y="1929"/>
                </a:cubicBezTo>
                <a:cubicBezTo>
                  <a:pt x="8094" y="5332"/>
                  <a:pt x="5120" y="12086"/>
                  <a:pt x="2561" y="17498"/>
                </a:cubicBezTo>
                <a:cubicBezTo>
                  <a:pt x="0" y="22912"/>
                  <a:pt x="1474" y="28410"/>
                  <a:pt x="5979" y="30920"/>
                </a:cubicBezTo>
                <a:cubicBezTo>
                  <a:pt x="7113" y="31551"/>
                  <a:pt x="8155" y="31789"/>
                  <a:pt x="9181" y="31789"/>
                </a:cubicBezTo>
                <a:cubicBezTo>
                  <a:pt x="12232" y="31789"/>
                  <a:pt x="15135" y="29683"/>
                  <a:pt x="19863" y="29548"/>
                </a:cubicBezTo>
                <a:cubicBezTo>
                  <a:pt x="20630" y="29526"/>
                  <a:pt x="21329" y="29520"/>
                  <a:pt x="21975" y="29520"/>
                </a:cubicBezTo>
                <a:cubicBezTo>
                  <a:pt x="22766" y="29520"/>
                  <a:pt x="23477" y="29529"/>
                  <a:pt x="24134" y="29529"/>
                </a:cubicBezTo>
                <a:cubicBezTo>
                  <a:pt x="27359" y="29529"/>
                  <a:pt x="29297" y="29308"/>
                  <a:pt x="33123" y="26702"/>
                </a:cubicBezTo>
                <a:cubicBezTo>
                  <a:pt x="38366" y="23130"/>
                  <a:pt x="39314" y="14704"/>
                  <a:pt x="35179" y="8470"/>
                </a:cubicBezTo>
                <a:cubicBezTo>
                  <a:pt x="31041" y="2236"/>
                  <a:pt x="25903" y="663"/>
                  <a:pt x="25903" y="663"/>
                </a:cubicBezTo>
                <a:cubicBezTo>
                  <a:pt x="25903" y="663"/>
                  <a:pt x="24040" y="0"/>
                  <a:pt x="21370" y="0"/>
                </a:cubicBezTo>
                <a:close/>
              </a:path>
            </a:pathLst>
          </a:custGeom>
          <a:solidFill>
            <a:srgbClr val="000000">
              <a:alpha val="1006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grpSp>
        <p:nvGrpSpPr>
          <p:cNvPr id="142" name="Google Shape;142;p7"/>
          <p:cNvGrpSpPr/>
          <p:nvPr/>
        </p:nvGrpSpPr>
        <p:grpSpPr>
          <a:xfrm>
            <a:off x="65066" y="4373044"/>
            <a:ext cx="878158" cy="654532"/>
            <a:chOff x="1114425" y="4361211"/>
            <a:chExt cx="573023" cy="427101"/>
          </a:xfrm>
        </p:grpSpPr>
        <p:grpSp>
          <p:nvGrpSpPr>
            <p:cNvPr id="143" name="Google Shape;143;p7"/>
            <p:cNvGrpSpPr/>
            <p:nvPr/>
          </p:nvGrpSpPr>
          <p:grpSpPr>
            <a:xfrm>
              <a:off x="1114425" y="4361211"/>
              <a:ext cx="573023" cy="427101"/>
              <a:chOff x="1114425" y="4361211"/>
              <a:chExt cx="573023" cy="427101"/>
            </a:xfrm>
          </p:grpSpPr>
          <p:sp>
            <p:nvSpPr>
              <p:cNvPr id="144" name="Google Shape;144;p7"/>
              <p:cNvSpPr/>
              <p:nvPr/>
            </p:nvSpPr>
            <p:spPr>
              <a:xfrm>
                <a:off x="1241964" y="4361211"/>
                <a:ext cx="445484" cy="299466"/>
              </a:xfrm>
              <a:custGeom>
                <a:avLst/>
                <a:gdLst/>
                <a:ahLst/>
                <a:cxnLst/>
                <a:rect l="l" t="t" r="r" b="b"/>
                <a:pathLst>
                  <a:path w="445484" h="299466" extrusionOk="0">
                    <a:moveTo>
                      <a:pt x="139160" y="7715"/>
                    </a:moveTo>
                    <a:lnTo>
                      <a:pt x="173450" y="42005"/>
                    </a:lnTo>
                    <a:cubicBezTo>
                      <a:pt x="178403" y="46958"/>
                      <a:pt x="185166" y="49721"/>
                      <a:pt x="192215" y="49721"/>
                    </a:cubicBezTo>
                    <a:lnTo>
                      <a:pt x="419005" y="49721"/>
                    </a:lnTo>
                    <a:cubicBezTo>
                      <a:pt x="433673" y="49721"/>
                      <a:pt x="445484" y="61627"/>
                      <a:pt x="445484" y="76200"/>
                    </a:cubicBezTo>
                    <a:lnTo>
                      <a:pt x="445484" y="272987"/>
                    </a:lnTo>
                    <a:cubicBezTo>
                      <a:pt x="445484" y="287655"/>
                      <a:pt x="433578" y="299466"/>
                      <a:pt x="419005" y="299466"/>
                    </a:cubicBezTo>
                    <a:lnTo>
                      <a:pt x="26479" y="299466"/>
                    </a:lnTo>
                    <a:cubicBezTo>
                      <a:pt x="11811" y="299466"/>
                      <a:pt x="0" y="287560"/>
                      <a:pt x="0" y="272987"/>
                    </a:cubicBezTo>
                    <a:lnTo>
                      <a:pt x="0" y="26479"/>
                    </a:lnTo>
                    <a:cubicBezTo>
                      <a:pt x="0" y="11811"/>
                      <a:pt x="11906" y="0"/>
                      <a:pt x="26479" y="0"/>
                    </a:cubicBezTo>
                    <a:lnTo>
                      <a:pt x="120396" y="0"/>
                    </a:lnTo>
                    <a:cubicBezTo>
                      <a:pt x="127445" y="0"/>
                      <a:pt x="134207" y="2762"/>
                      <a:pt x="139160" y="7715"/>
                    </a:cubicBezTo>
                    <a:close/>
                  </a:path>
                </a:pathLst>
              </a:custGeom>
              <a:solidFill>
                <a:srgbClr val="35363B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45" name="Google Shape;145;p7"/>
              <p:cNvSpPr/>
              <p:nvPr/>
            </p:nvSpPr>
            <p:spPr>
              <a:xfrm>
                <a:off x="1178242" y="4425029"/>
                <a:ext cx="445484" cy="299466"/>
              </a:xfrm>
              <a:custGeom>
                <a:avLst/>
                <a:gdLst/>
                <a:ahLst/>
                <a:cxnLst/>
                <a:rect l="l" t="t" r="r" b="b"/>
                <a:pathLst>
                  <a:path w="445484" h="299466" extrusionOk="0">
                    <a:moveTo>
                      <a:pt x="139160" y="7620"/>
                    </a:moveTo>
                    <a:lnTo>
                      <a:pt x="173450" y="41910"/>
                    </a:lnTo>
                    <a:cubicBezTo>
                      <a:pt x="178403" y="46863"/>
                      <a:pt x="185166" y="49721"/>
                      <a:pt x="192215" y="49721"/>
                    </a:cubicBezTo>
                    <a:lnTo>
                      <a:pt x="419005" y="49721"/>
                    </a:lnTo>
                    <a:cubicBezTo>
                      <a:pt x="433673" y="49721"/>
                      <a:pt x="445484" y="61627"/>
                      <a:pt x="445484" y="76200"/>
                    </a:cubicBezTo>
                    <a:lnTo>
                      <a:pt x="445484" y="272987"/>
                    </a:lnTo>
                    <a:cubicBezTo>
                      <a:pt x="445484" y="287655"/>
                      <a:pt x="433578" y="299466"/>
                      <a:pt x="419005" y="299466"/>
                    </a:cubicBezTo>
                    <a:lnTo>
                      <a:pt x="26479" y="299466"/>
                    </a:lnTo>
                    <a:cubicBezTo>
                      <a:pt x="11811" y="299466"/>
                      <a:pt x="0" y="287560"/>
                      <a:pt x="0" y="272987"/>
                    </a:cubicBezTo>
                    <a:lnTo>
                      <a:pt x="0" y="26479"/>
                    </a:lnTo>
                    <a:cubicBezTo>
                      <a:pt x="0" y="11811"/>
                      <a:pt x="11906" y="0"/>
                      <a:pt x="26479" y="0"/>
                    </a:cubicBezTo>
                    <a:lnTo>
                      <a:pt x="120396" y="0"/>
                    </a:lnTo>
                    <a:cubicBezTo>
                      <a:pt x="127445" y="0"/>
                      <a:pt x="134207" y="2762"/>
                      <a:pt x="139160" y="7715"/>
                    </a:cubicBezTo>
                    <a:close/>
                  </a:path>
                </a:pathLst>
              </a:custGeom>
              <a:solidFill>
                <a:srgbClr val="42444F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46" name="Google Shape;146;p7"/>
              <p:cNvSpPr/>
              <p:nvPr/>
            </p:nvSpPr>
            <p:spPr>
              <a:xfrm>
                <a:off x="1114425" y="4488846"/>
                <a:ext cx="445484" cy="299466"/>
              </a:xfrm>
              <a:custGeom>
                <a:avLst/>
                <a:gdLst/>
                <a:ahLst/>
                <a:cxnLst/>
                <a:rect l="l" t="t" r="r" b="b"/>
                <a:pathLst>
                  <a:path w="445484" h="299466" extrusionOk="0">
                    <a:moveTo>
                      <a:pt x="139160" y="7620"/>
                    </a:moveTo>
                    <a:lnTo>
                      <a:pt x="173450" y="41910"/>
                    </a:lnTo>
                    <a:cubicBezTo>
                      <a:pt x="178403" y="46863"/>
                      <a:pt x="185166" y="49721"/>
                      <a:pt x="192215" y="49721"/>
                    </a:cubicBezTo>
                    <a:lnTo>
                      <a:pt x="419005" y="49721"/>
                    </a:lnTo>
                    <a:cubicBezTo>
                      <a:pt x="433673" y="49721"/>
                      <a:pt x="445484" y="61627"/>
                      <a:pt x="445484" y="76200"/>
                    </a:cubicBezTo>
                    <a:lnTo>
                      <a:pt x="445484" y="272987"/>
                    </a:lnTo>
                    <a:cubicBezTo>
                      <a:pt x="445484" y="287655"/>
                      <a:pt x="433578" y="299466"/>
                      <a:pt x="419005" y="299466"/>
                    </a:cubicBezTo>
                    <a:lnTo>
                      <a:pt x="26480" y="299466"/>
                    </a:lnTo>
                    <a:cubicBezTo>
                      <a:pt x="11811" y="299466"/>
                      <a:pt x="0" y="287560"/>
                      <a:pt x="0" y="272987"/>
                    </a:cubicBezTo>
                    <a:lnTo>
                      <a:pt x="0" y="26479"/>
                    </a:lnTo>
                    <a:cubicBezTo>
                      <a:pt x="0" y="11811"/>
                      <a:pt x="11906" y="0"/>
                      <a:pt x="26480" y="0"/>
                    </a:cubicBezTo>
                    <a:lnTo>
                      <a:pt x="120396" y="0"/>
                    </a:lnTo>
                    <a:cubicBezTo>
                      <a:pt x="127445" y="0"/>
                      <a:pt x="134207" y="2762"/>
                      <a:pt x="139160" y="7811"/>
                    </a:cubicBezTo>
                    <a:close/>
                  </a:path>
                </a:pathLst>
              </a:custGeom>
              <a:solidFill>
                <a:srgbClr val="6F7082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sp>
          <p:nvSpPr>
            <p:cNvPr id="147" name="Google Shape;147;p7"/>
            <p:cNvSpPr/>
            <p:nvPr/>
          </p:nvSpPr>
          <p:spPr>
            <a:xfrm>
              <a:off x="1303210" y="4628965"/>
              <a:ext cx="68735" cy="82063"/>
            </a:xfrm>
            <a:custGeom>
              <a:avLst/>
              <a:gdLst/>
              <a:ahLst/>
              <a:cxnLst/>
              <a:rect l="l" t="t" r="r" b="b"/>
              <a:pathLst>
                <a:path w="68735" h="82063" extrusionOk="0">
                  <a:moveTo>
                    <a:pt x="0" y="6471"/>
                  </a:moveTo>
                  <a:lnTo>
                    <a:pt x="0" y="75527"/>
                  </a:lnTo>
                  <a:cubicBezTo>
                    <a:pt x="0" y="80575"/>
                    <a:pt x="5524" y="83719"/>
                    <a:pt x="9811" y="81147"/>
                  </a:cubicBezTo>
                  <a:lnTo>
                    <a:pt x="65532" y="48095"/>
                  </a:lnTo>
                  <a:cubicBezTo>
                    <a:pt x="69723" y="45619"/>
                    <a:pt x="69818" y="39618"/>
                    <a:pt x="65723" y="37046"/>
                  </a:cubicBezTo>
                  <a:lnTo>
                    <a:pt x="10001" y="1042"/>
                  </a:lnTo>
                  <a:cubicBezTo>
                    <a:pt x="5715" y="-1721"/>
                    <a:pt x="0" y="1327"/>
                    <a:pt x="0" y="647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8"/>
          <p:cNvSpPr txBox="1">
            <a:spLocks noGrp="1"/>
          </p:cNvSpPr>
          <p:nvPr>
            <p:ph type="title"/>
          </p:nvPr>
        </p:nvSpPr>
        <p:spPr>
          <a:xfrm>
            <a:off x="2317950" y="1307100"/>
            <a:ext cx="4508100" cy="2529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100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150" name="Google Shape;150;p8"/>
          <p:cNvSpPr/>
          <p:nvPr/>
        </p:nvSpPr>
        <p:spPr>
          <a:xfrm rot="-3263452" flipH="1">
            <a:off x="5847147" y="3927927"/>
            <a:ext cx="2997856" cy="2576292"/>
          </a:xfrm>
          <a:custGeom>
            <a:avLst/>
            <a:gdLst/>
            <a:ahLst/>
            <a:cxnLst/>
            <a:rect l="l" t="t" r="r" b="b"/>
            <a:pathLst>
              <a:path w="38869" h="30330" extrusionOk="0">
                <a:moveTo>
                  <a:pt x="24297" y="1"/>
                </a:moveTo>
                <a:cubicBezTo>
                  <a:pt x="23576" y="1"/>
                  <a:pt x="22813" y="81"/>
                  <a:pt x="22018" y="271"/>
                </a:cubicBezTo>
                <a:cubicBezTo>
                  <a:pt x="16904" y="1494"/>
                  <a:pt x="14626" y="5778"/>
                  <a:pt x="11611" y="8671"/>
                </a:cubicBezTo>
                <a:cubicBezTo>
                  <a:pt x="10032" y="10186"/>
                  <a:pt x="7766" y="10684"/>
                  <a:pt x="5916" y="11826"/>
                </a:cubicBezTo>
                <a:cubicBezTo>
                  <a:pt x="0" y="15481"/>
                  <a:pt x="539" y="24197"/>
                  <a:pt x="4874" y="27639"/>
                </a:cubicBezTo>
                <a:cubicBezTo>
                  <a:pt x="7150" y="29445"/>
                  <a:pt x="9815" y="30330"/>
                  <a:pt x="12976" y="30330"/>
                </a:cubicBezTo>
                <a:cubicBezTo>
                  <a:pt x="15025" y="30330"/>
                  <a:pt x="17282" y="29958"/>
                  <a:pt x="19778" y="29225"/>
                </a:cubicBezTo>
                <a:cubicBezTo>
                  <a:pt x="26123" y="27360"/>
                  <a:pt x="30656" y="26268"/>
                  <a:pt x="34763" y="20412"/>
                </a:cubicBezTo>
                <a:cubicBezTo>
                  <a:pt x="38869" y="14558"/>
                  <a:pt x="35544" y="6859"/>
                  <a:pt x="30907" y="2368"/>
                </a:cubicBezTo>
                <a:cubicBezTo>
                  <a:pt x="30907" y="2368"/>
                  <a:pt x="28215" y="1"/>
                  <a:pt x="24297" y="1"/>
                </a:cubicBezTo>
                <a:close/>
              </a:path>
            </a:pathLst>
          </a:custGeom>
          <a:solidFill>
            <a:srgbClr val="000000">
              <a:alpha val="1006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51" name="Google Shape;151;p8"/>
          <p:cNvSpPr/>
          <p:nvPr/>
        </p:nvSpPr>
        <p:spPr>
          <a:xfrm rot="460623" flipH="1">
            <a:off x="6387251" y="-1517085"/>
            <a:ext cx="4087061" cy="3304707"/>
          </a:xfrm>
          <a:custGeom>
            <a:avLst/>
            <a:gdLst/>
            <a:ahLst/>
            <a:cxnLst/>
            <a:rect l="l" t="t" r="r" b="b"/>
            <a:pathLst>
              <a:path w="39315" h="31790" extrusionOk="0">
                <a:moveTo>
                  <a:pt x="21370" y="0"/>
                </a:moveTo>
                <a:cubicBezTo>
                  <a:pt x="19245" y="0"/>
                  <a:pt x="16609" y="420"/>
                  <a:pt x="13994" y="1929"/>
                </a:cubicBezTo>
                <a:cubicBezTo>
                  <a:pt x="8094" y="5332"/>
                  <a:pt x="5120" y="12086"/>
                  <a:pt x="2561" y="17498"/>
                </a:cubicBezTo>
                <a:cubicBezTo>
                  <a:pt x="0" y="22912"/>
                  <a:pt x="1474" y="28410"/>
                  <a:pt x="5979" y="30920"/>
                </a:cubicBezTo>
                <a:cubicBezTo>
                  <a:pt x="7113" y="31551"/>
                  <a:pt x="8155" y="31789"/>
                  <a:pt x="9181" y="31789"/>
                </a:cubicBezTo>
                <a:cubicBezTo>
                  <a:pt x="12232" y="31789"/>
                  <a:pt x="15135" y="29683"/>
                  <a:pt x="19863" y="29548"/>
                </a:cubicBezTo>
                <a:cubicBezTo>
                  <a:pt x="20630" y="29526"/>
                  <a:pt x="21329" y="29520"/>
                  <a:pt x="21975" y="29520"/>
                </a:cubicBezTo>
                <a:cubicBezTo>
                  <a:pt x="22766" y="29520"/>
                  <a:pt x="23477" y="29529"/>
                  <a:pt x="24134" y="29529"/>
                </a:cubicBezTo>
                <a:cubicBezTo>
                  <a:pt x="27359" y="29529"/>
                  <a:pt x="29297" y="29308"/>
                  <a:pt x="33123" y="26702"/>
                </a:cubicBezTo>
                <a:cubicBezTo>
                  <a:pt x="38366" y="23130"/>
                  <a:pt x="39314" y="14704"/>
                  <a:pt x="35179" y="8470"/>
                </a:cubicBezTo>
                <a:cubicBezTo>
                  <a:pt x="31041" y="2236"/>
                  <a:pt x="25903" y="663"/>
                  <a:pt x="25903" y="663"/>
                </a:cubicBezTo>
                <a:cubicBezTo>
                  <a:pt x="25903" y="663"/>
                  <a:pt x="24040" y="0"/>
                  <a:pt x="21370" y="0"/>
                </a:cubicBezTo>
                <a:close/>
              </a:path>
            </a:pathLst>
          </a:custGeom>
          <a:solidFill>
            <a:srgbClr val="000000">
              <a:alpha val="1006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52" name="Google Shape;152;p8"/>
          <p:cNvSpPr/>
          <p:nvPr/>
        </p:nvSpPr>
        <p:spPr>
          <a:xfrm rot="-4592116" flipH="1">
            <a:off x="6189" y="113200"/>
            <a:ext cx="642877" cy="519829"/>
          </a:xfrm>
          <a:custGeom>
            <a:avLst/>
            <a:gdLst/>
            <a:ahLst/>
            <a:cxnLst/>
            <a:rect l="l" t="t" r="r" b="b"/>
            <a:pathLst>
              <a:path w="39315" h="31790" extrusionOk="0">
                <a:moveTo>
                  <a:pt x="21370" y="0"/>
                </a:moveTo>
                <a:cubicBezTo>
                  <a:pt x="19245" y="0"/>
                  <a:pt x="16609" y="420"/>
                  <a:pt x="13994" y="1929"/>
                </a:cubicBezTo>
                <a:cubicBezTo>
                  <a:pt x="8094" y="5332"/>
                  <a:pt x="5120" y="12086"/>
                  <a:pt x="2561" y="17498"/>
                </a:cubicBezTo>
                <a:cubicBezTo>
                  <a:pt x="0" y="22912"/>
                  <a:pt x="1474" y="28410"/>
                  <a:pt x="5979" y="30920"/>
                </a:cubicBezTo>
                <a:cubicBezTo>
                  <a:pt x="7113" y="31551"/>
                  <a:pt x="8155" y="31789"/>
                  <a:pt x="9181" y="31789"/>
                </a:cubicBezTo>
                <a:cubicBezTo>
                  <a:pt x="12232" y="31789"/>
                  <a:pt x="15135" y="29683"/>
                  <a:pt x="19863" y="29548"/>
                </a:cubicBezTo>
                <a:cubicBezTo>
                  <a:pt x="20630" y="29526"/>
                  <a:pt x="21329" y="29520"/>
                  <a:pt x="21975" y="29520"/>
                </a:cubicBezTo>
                <a:cubicBezTo>
                  <a:pt x="22766" y="29520"/>
                  <a:pt x="23477" y="29529"/>
                  <a:pt x="24134" y="29529"/>
                </a:cubicBezTo>
                <a:cubicBezTo>
                  <a:pt x="27359" y="29529"/>
                  <a:pt x="29297" y="29308"/>
                  <a:pt x="33123" y="26702"/>
                </a:cubicBezTo>
                <a:cubicBezTo>
                  <a:pt x="38366" y="23130"/>
                  <a:pt x="39314" y="14704"/>
                  <a:pt x="35179" y="8470"/>
                </a:cubicBezTo>
                <a:cubicBezTo>
                  <a:pt x="31041" y="2236"/>
                  <a:pt x="25903" y="663"/>
                  <a:pt x="25903" y="663"/>
                </a:cubicBezTo>
                <a:cubicBezTo>
                  <a:pt x="25903" y="663"/>
                  <a:pt x="24040" y="0"/>
                  <a:pt x="21370" y="0"/>
                </a:cubicBezTo>
                <a:close/>
              </a:path>
            </a:pathLst>
          </a:custGeom>
          <a:solidFill>
            <a:srgbClr val="000000">
              <a:alpha val="1006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"/>
          <p:cNvSpPr txBox="1">
            <a:spLocks noGrp="1"/>
          </p:cNvSpPr>
          <p:nvPr>
            <p:ph type="title"/>
          </p:nvPr>
        </p:nvSpPr>
        <p:spPr>
          <a:xfrm>
            <a:off x="2135550" y="1189100"/>
            <a:ext cx="4872900" cy="1964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15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155" name="Google Shape;155;p9"/>
          <p:cNvSpPr txBox="1">
            <a:spLocks noGrp="1"/>
          </p:cNvSpPr>
          <p:nvPr>
            <p:ph type="subTitle" idx="1"/>
          </p:nvPr>
        </p:nvSpPr>
        <p:spPr>
          <a:xfrm>
            <a:off x="2135550" y="3153500"/>
            <a:ext cx="4872900" cy="67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56" name="Google Shape;156;p9"/>
          <p:cNvSpPr/>
          <p:nvPr/>
        </p:nvSpPr>
        <p:spPr>
          <a:xfrm rot="3263452">
            <a:off x="-163955" y="3927927"/>
            <a:ext cx="2997856" cy="2576292"/>
          </a:xfrm>
          <a:custGeom>
            <a:avLst/>
            <a:gdLst/>
            <a:ahLst/>
            <a:cxnLst/>
            <a:rect l="l" t="t" r="r" b="b"/>
            <a:pathLst>
              <a:path w="38869" h="30330" extrusionOk="0">
                <a:moveTo>
                  <a:pt x="24297" y="1"/>
                </a:moveTo>
                <a:cubicBezTo>
                  <a:pt x="23576" y="1"/>
                  <a:pt x="22813" y="81"/>
                  <a:pt x="22018" y="271"/>
                </a:cubicBezTo>
                <a:cubicBezTo>
                  <a:pt x="16904" y="1494"/>
                  <a:pt x="14626" y="5778"/>
                  <a:pt x="11611" y="8671"/>
                </a:cubicBezTo>
                <a:cubicBezTo>
                  <a:pt x="10032" y="10186"/>
                  <a:pt x="7766" y="10684"/>
                  <a:pt x="5916" y="11826"/>
                </a:cubicBezTo>
                <a:cubicBezTo>
                  <a:pt x="0" y="15481"/>
                  <a:pt x="539" y="24197"/>
                  <a:pt x="4874" y="27639"/>
                </a:cubicBezTo>
                <a:cubicBezTo>
                  <a:pt x="7150" y="29445"/>
                  <a:pt x="9815" y="30330"/>
                  <a:pt x="12976" y="30330"/>
                </a:cubicBezTo>
                <a:cubicBezTo>
                  <a:pt x="15025" y="30330"/>
                  <a:pt x="17282" y="29958"/>
                  <a:pt x="19778" y="29225"/>
                </a:cubicBezTo>
                <a:cubicBezTo>
                  <a:pt x="26123" y="27360"/>
                  <a:pt x="30656" y="26268"/>
                  <a:pt x="34763" y="20412"/>
                </a:cubicBezTo>
                <a:cubicBezTo>
                  <a:pt x="38869" y="14558"/>
                  <a:pt x="35544" y="6859"/>
                  <a:pt x="30907" y="2368"/>
                </a:cubicBezTo>
                <a:cubicBezTo>
                  <a:pt x="30907" y="2368"/>
                  <a:pt x="28215" y="1"/>
                  <a:pt x="24297" y="1"/>
                </a:cubicBezTo>
                <a:close/>
              </a:path>
            </a:pathLst>
          </a:custGeom>
          <a:solidFill>
            <a:srgbClr val="000000">
              <a:alpha val="1006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57" name="Google Shape;157;p9"/>
          <p:cNvSpPr/>
          <p:nvPr/>
        </p:nvSpPr>
        <p:spPr>
          <a:xfrm rot="-460623">
            <a:off x="-1793263" y="-1517085"/>
            <a:ext cx="4087061" cy="3304707"/>
          </a:xfrm>
          <a:custGeom>
            <a:avLst/>
            <a:gdLst/>
            <a:ahLst/>
            <a:cxnLst/>
            <a:rect l="l" t="t" r="r" b="b"/>
            <a:pathLst>
              <a:path w="39315" h="31790" extrusionOk="0">
                <a:moveTo>
                  <a:pt x="21370" y="0"/>
                </a:moveTo>
                <a:cubicBezTo>
                  <a:pt x="19245" y="0"/>
                  <a:pt x="16609" y="420"/>
                  <a:pt x="13994" y="1929"/>
                </a:cubicBezTo>
                <a:cubicBezTo>
                  <a:pt x="8094" y="5332"/>
                  <a:pt x="5120" y="12086"/>
                  <a:pt x="2561" y="17498"/>
                </a:cubicBezTo>
                <a:cubicBezTo>
                  <a:pt x="0" y="22912"/>
                  <a:pt x="1474" y="28410"/>
                  <a:pt x="5979" y="30920"/>
                </a:cubicBezTo>
                <a:cubicBezTo>
                  <a:pt x="7113" y="31551"/>
                  <a:pt x="8155" y="31789"/>
                  <a:pt x="9181" y="31789"/>
                </a:cubicBezTo>
                <a:cubicBezTo>
                  <a:pt x="12232" y="31789"/>
                  <a:pt x="15135" y="29683"/>
                  <a:pt x="19863" y="29548"/>
                </a:cubicBezTo>
                <a:cubicBezTo>
                  <a:pt x="20630" y="29526"/>
                  <a:pt x="21329" y="29520"/>
                  <a:pt x="21975" y="29520"/>
                </a:cubicBezTo>
                <a:cubicBezTo>
                  <a:pt x="22766" y="29520"/>
                  <a:pt x="23477" y="29529"/>
                  <a:pt x="24134" y="29529"/>
                </a:cubicBezTo>
                <a:cubicBezTo>
                  <a:pt x="27359" y="29529"/>
                  <a:pt x="29297" y="29308"/>
                  <a:pt x="33123" y="26702"/>
                </a:cubicBezTo>
                <a:cubicBezTo>
                  <a:pt x="38366" y="23130"/>
                  <a:pt x="39314" y="14704"/>
                  <a:pt x="35179" y="8470"/>
                </a:cubicBezTo>
                <a:cubicBezTo>
                  <a:pt x="31041" y="2236"/>
                  <a:pt x="25903" y="663"/>
                  <a:pt x="25903" y="663"/>
                </a:cubicBezTo>
                <a:cubicBezTo>
                  <a:pt x="25903" y="663"/>
                  <a:pt x="24040" y="0"/>
                  <a:pt x="21370" y="0"/>
                </a:cubicBezTo>
                <a:close/>
              </a:path>
            </a:pathLst>
          </a:custGeom>
          <a:solidFill>
            <a:srgbClr val="000000">
              <a:alpha val="1006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58" name="Google Shape;158;p9"/>
          <p:cNvSpPr/>
          <p:nvPr/>
        </p:nvSpPr>
        <p:spPr>
          <a:xfrm rot="4592047">
            <a:off x="7797256" y="593203"/>
            <a:ext cx="1475158" cy="1192809"/>
          </a:xfrm>
          <a:custGeom>
            <a:avLst/>
            <a:gdLst/>
            <a:ahLst/>
            <a:cxnLst/>
            <a:rect l="l" t="t" r="r" b="b"/>
            <a:pathLst>
              <a:path w="39315" h="31790" extrusionOk="0">
                <a:moveTo>
                  <a:pt x="21370" y="0"/>
                </a:moveTo>
                <a:cubicBezTo>
                  <a:pt x="19245" y="0"/>
                  <a:pt x="16609" y="420"/>
                  <a:pt x="13994" y="1929"/>
                </a:cubicBezTo>
                <a:cubicBezTo>
                  <a:pt x="8094" y="5332"/>
                  <a:pt x="5120" y="12086"/>
                  <a:pt x="2561" y="17498"/>
                </a:cubicBezTo>
                <a:cubicBezTo>
                  <a:pt x="0" y="22912"/>
                  <a:pt x="1474" y="28410"/>
                  <a:pt x="5979" y="30920"/>
                </a:cubicBezTo>
                <a:cubicBezTo>
                  <a:pt x="7113" y="31551"/>
                  <a:pt x="8155" y="31789"/>
                  <a:pt x="9181" y="31789"/>
                </a:cubicBezTo>
                <a:cubicBezTo>
                  <a:pt x="12232" y="31789"/>
                  <a:pt x="15135" y="29683"/>
                  <a:pt x="19863" y="29548"/>
                </a:cubicBezTo>
                <a:cubicBezTo>
                  <a:pt x="20630" y="29526"/>
                  <a:pt x="21329" y="29520"/>
                  <a:pt x="21975" y="29520"/>
                </a:cubicBezTo>
                <a:cubicBezTo>
                  <a:pt x="22766" y="29520"/>
                  <a:pt x="23477" y="29529"/>
                  <a:pt x="24134" y="29529"/>
                </a:cubicBezTo>
                <a:cubicBezTo>
                  <a:pt x="27359" y="29529"/>
                  <a:pt x="29297" y="29308"/>
                  <a:pt x="33123" y="26702"/>
                </a:cubicBezTo>
                <a:cubicBezTo>
                  <a:pt x="38366" y="23130"/>
                  <a:pt x="39314" y="14704"/>
                  <a:pt x="35179" y="8470"/>
                </a:cubicBezTo>
                <a:cubicBezTo>
                  <a:pt x="31041" y="2236"/>
                  <a:pt x="25903" y="663"/>
                  <a:pt x="25903" y="663"/>
                </a:cubicBezTo>
                <a:cubicBezTo>
                  <a:pt x="25903" y="663"/>
                  <a:pt x="24040" y="0"/>
                  <a:pt x="21370" y="0"/>
                </a:cubicBezTo>
                <a:close/>
              </a:path>
            </a:pathLst>
          </a:custGeom>
          <a:solidFill>
            <a:srgbClr val="000000">
              <a:alpha val="1006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10"/>
          <p:cNvSpPr txBox="1">
            <a:spLocks noGrp="1"/>
          </p:cNvSpPr>
          <p:nvPr>
            <p:ph type="title"/>
          </p:nvPr>
        </p:nvSpPr>
        <p:spPr>
          <a:xfrm>
            <a:off x="720000" y="4014450"/>
            <a:ext cx="7704000" cy="572700"/>
          </a:xfrm>
          <a:prstGeom prst="rect">
            <a:avLst/>
          </a:prstGeom>
          <a:solidFill>
            <a:schemeClr val="accent2"/>
          </a:solidFill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11"/>
          <p:cNvSpPr txBox="1">
            <a:spLocks noGrp="1"/>
          </p:cNvSpPr>
          <p:nvPr>
            <p:ph type="title" hasCustomPrompt="1"/>
          </p:nvPr>
        </p:nvSpPr>
        <p:spPr>
          <a:xfrm>
            <a:off x="713225" y="1477363"/>
            <a:ext cx="6576000" cy="1526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9600"/>
              <a:buNone/>
              <a:defRPr sz="6000"/>
            </a:lvl1pPr>
            <a:lvl2pPr lvl="1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2pPr>
            <a:lvl3pPr lvl="2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3pPr>
            <a:lvl4pPr lvl="3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4pPr>
            <a:lvl5pPr lvl="4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5pPr>
            <a:lvl6pPr lvl="5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6pPr>
            <a:lvl7pPr lvl="6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7pPr>
            <a:lvl8pPr lvl="7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8pPr>
            <a:lvl9pPr lvl="8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9pPr>
          </a:lstStyle>
          <a:p>
            <a:r>
              <a:t>xx%</a:t>
            </a:r>
          </a:p>
        </p:txBody>
      </p:sp>
      <p:sp>
        <p:nvSpPr>
          <p:cNvPr id="163" name="Google Shape;163;p11"/>
          <p:cNvSpPr txBox="1">
            <a:spLocks noGrp="1"/>
          </p:cNvSpPr>
          <p:nvPr>
            <p:ph type="subTitle" idx="1"/>
          </p:nvPr>
        </p:nvSpPr>
        <p:spPr>
          <a:xfrm>
            <a:off x="713225" y="3169038"/>
            <a:ext cx="6576000" cy="497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64" name="Google Shape;164;p11"/>
          <p:cNvSpPr/>
          <p:nvPr/>
        </p:nvSpPr>
        <p:spPr>
          <a:xfrm rot="-1900174" flipH="1">
            <a:off x="-500059" y="-436065"/>
            <a:ext cx="1729608" cy="1398556"/>
          </a:xfrm>
          <a:custGeom>
            <a:avLst/>
            <a:gdLst/>
            <a:ahLst/>
            <a:cxnLst/>
            <a:rect l="l" t="t" r="r" b="b"/>
            <a:pathLst>
              <a:path w="39315" h="31790" extrusionOk="0">
                <a:moveTo>
                  <a:pt x="21370" y="0"/>
                </a:moveTo>
                <a:cubicBezTo>
                  <a:pt x="19245" y="0"/>
                  <a:pt x="16609" y="420"/>
                  <a:pt x="13994" y="1929"/>
                </a:cubicBezTo>
                <a:cubicBezTo>
                  <a:pt x="8094" y="5332"/>
                  <a:pt x="5120" y="12086"/>
                  <a:pt x="2561" y="17498"/>
                </a:cubicBezTo>
                <a:cubicBezTo>
                  <a:pt x="0" y="22912"/>
                  <a:pt x="1474" y="28410"/>
                  <a:pt x="5979" y="30920"/>
                </a:cubicBezTo>
                <a:cubicBezTo>
                  <a:pt x="7113" y="31551"/>
                  <a:pt x="8155" y="31789"/>
                  <a:pt x="9181" y="31789"/>
                </a:cubicBezTo>
                <a:cubicBezTo>
                  <a:pt x="12232" y="31789"/>
                  <a:pt x="15135" y="29683"/>
                  <a:pt x="19863" y="29548"/>
                </a:cubicBezTo>
                <a:cubicBezTo>
                  <a:pt x="20630" y="29526"/>
                  <a:pt x="21329" y="29520"/>
                  <a:pt x="21975" y="29520"/>
                </a:cubicBezTo>
                <a:cubicBezTo>
                  <a:pt x="22766" y="29520"/>
                  <a:pt x="23477" y="29529"/>
                  <a:pt x="24134" y="29529"/>
                </a:cubicBezTo>
                <a:cubicBezTo>
                  <a:pt x="27359" y="29529"/>
                  <a:pt x="29297" y="29308"/>
                  <a:pt x="33123" y="26702"/>
                </a:cubicBezTo>
                <a:cubicBezTo>
                  <a:pt x="38366" y="23130"/>
                  <a:pt x="39314" y="14704"/>
                  <a:pt x="35179" y="8470"/>
                </a:cubicBezTo>
                <a:cubicBezTo>
                  <a:pt x="31041" y="2236"/>
                  <a:pt x="25903" y="663"/>
                  <a:pt x="25903" y="663"/>
                </a:cubicBezTo>
                <a:cubicBezTo>
                  <a:pt x="25903" y="663"/>
                  <a:pt x="24040" y="0"/>
                  <a:pt x="21370" y="0"/>
                </a:cubicBezTo>
                <a:close/>
              </a:path>
            </a:pathLst>
          </a:custGeom>
          <a:solidFill>
            <a:srgbClr val="000000">
              <a:alpha val="1006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65" name="Google Shape;165;p11"/>
          <p:cNvSpPr/>
          <p:nvPr/>
        </p:nvSpPr>
        <p:spPr>
          <a:xfrm rot="-3263452" flipH="1">
            <a:off x="5847147" y="3927927"/>
            <a:ext cx="2997856" cy="2576292"/>
          </a:xfrm>
          <a:custGeom>
            <a:avLst/>
            <a:gdLst/>
            <a:ahLst/>
            <a:cxnLst/>
            <a:rect l="l" t="t" r="r" b="b"/>
            <a:pathLst>
              <a:path w="38869" h="30330" extrusionOk="0">
                <a:moveTo>
                  <a:pt x="24297" y="1"/>
                </a:moveTo>
                <a:cubicBezTo>
                  <a:pt x="23576" y="1"/>
                  <a:pt x="22813" y="81"/>
                  <a:pt x="22018" y="271"/>
                </a:cubicBezTo>
                <a:cubicBezTo>
                  <a:pt x="16904" y="1494"/>
                  <a:pt x="14626" y="5778"/>
                  <a:pt x="11611" y="8671"/>
                </a:cubicBezTo>
                <a:cubicBezTo>
                  <a:pt x="10032" y="10186"/>
                  <a:pt x="7766" y="10684"/>
                  <a:pt x="5916" y="11826"/>
                </a:cubicBezTo>
                <a:cubicBezTo>
                  <a:pt x="0" y="15481"/>
                  <a:pt x="539" y="24197"/>
                  <a:pt x="4874" y="27639"/>
                </a:cubicBezTo>
                <a:cubicBezTo>
                  <a:pt x="7150" y="29445"/>
                  <a:pt x="9815" y="30330"/>
                  <a:pt x="12976" y="30330"/>
                </a:cubicBezTo>
                <a:cubicBezTo>
                  <a:pt x="15025" y="30330"/>
                  <a:pt x="17282" y="29958"/>
                  <a:pt x="19778" y="29225"/>
                </a:cubicBezTo>
                <a:cubicBezTo>
                  <a:pt x="26123" y="27360"/>
                  <a:pt x="30656" y="26268"/>
                  <a:pt x="34763" y="20412"/>
                </a:cubicBezTo>
                <a:cubicBezTo>
                  <a:pt x="38869" y="14558"/>
                  <a:pt x="35544" y="6859"/>
                  <a:pt x="30907" y="2368"/>
                </a:cubicBezTo>
                <a:cubicBezTo>
                  <a:pt x="30907" y="2368"/>
                  <a:pt x="28215" y="1"/>
                  <a:pt x="24297" y="1"/>
                </a:cubicBezTo>
                <a:close/>
              </a:path>
            </a:pathLst>
          </a:custGeom>
          <a:solidFill>
            <a:srgbClr val="000000">
              <a:alpha val="1006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66" name="Google Shape;166;p11"/>
          <p:cNvSpPr/>
          <p:nvPr/>
        </p:nvSpPr>
        <p:spPr>
          <a:xfrm rot="460623" flipH="1">
            <a:off x="6387251" y="-1517085"/>
            <a:ext cx="4087061" cy="3304707"/>
          </a:xfrm>
          <a:custGeom>
            <a:avLst/>
            <a:gdLst/>
            <a:ahLst/>
            <a:cxnLst/>
            <a:rect l="l" t="t" r="r" b="b"/>
            <a:pathLst>
              <a:path w="39315" h="31790" extrusionOk="0">
                <a:moveTo>
                  <a:pt x="21370" y="0"/>
                </a:moveTo>
                <a:cubicBezTo>
                  <a:pt x="19245" y="0"/>
                  <a:pt x="16609" y="420"/>
                  <a:pt x="13994" y="1929"/>
                </a:cubicBezTo>
                <a:cubicBezTo>
                  <a:pt x="8094" y="5332"/>
                  <a:pt x="5120" y="12086"/>
                  <a:pt x="2561" y="17498"/>
                </a:cubicBezTo>
                <a:cubicBezTo>
                  <a:pt x="0" y="22912"/>
                  <a:pt x="1474" y="28410"/>
                  <a:pt x="5979" y="30920"/>
                </a:cubicBezTo>
                <a:cubicBezTo>
                  <a:pt x="7113" y="31551"/>
                  <a:pt x="8155" y="31789"/>
                  <a:pt x="9181" y="31789"/>
                </a:cubicBezTo>
                <a:cubicBezTo>
                  <a:pt x="12232" y="31789"/>
                  <a:pt x="15135" y="29683"/>
                  <a:pt x="19863" y="29548"/>
                </a:cubicBezTo>
                <a:cubicBezTo>
                  <a:pt x="20630" y="29526"/>
                  <a:pt x="21329" y="29520"/>
                  <a:pt x="21975" y="29520"/>
                </a:cubicBezTo>
                <a:cubicBezTo>
                  <a:pt x="22766" y="29520"/>
                  <a:pt x="23477" y="29529"/>
                  <a:pt x="24134" y="29529"/>
                </a:cubicBezTo>
                <a:cubicBezTo>
                  <a:pt x="27359" y="29529"/>
                  <a:pt x="29297" y="29308"/>
                  <a:pt x="33123" y="26702"/>
                </a:cubicBezTo>
                <a:cubicBezTo>
                  <a:pt x="38366" y="23130"/>
                  <a:pt x="39314" y="14704"/>
                  <a:pt x="35179" y="8470"/>
                </a:cubicBezTo>
                <a:cubicBezTo>
                  <a:pt x="31041" y="2236"/>
                  <a:pt x="25903" y="663"/>
                  <a:pt x="25903" y="663"/>
                </a:cubicBezTo>
                <a:cubicBezTo>
                  <a:pt x="25903" y="663"/>
                  <a:pt x="24040" y="0"/>
                  <a:pt x="21370" y="0"/>
                </a:cubicBezTo>
                <a:close/>
              </a:path>
            </a:pathLst>
          </a:custGeom>
          <a:solidFill>
            <a:srgbClr val="000000">
              <a:alpha val="1006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67" name="Google Shape;167;p11"/>
          <p:cNvSpPr/>
          <p:nvPr/>
        </p:nvSpPr>
        <p:spPr>
          <a:xfrm rot="531593" flipH="1">
            <a:off x="-1222788" y="3829381"/>
            <a:ext cx="2902962" cy="2347327"/>
          </a:xfrm>
          <a:custGeom>
            <a:avLst/>
            <a:gdLst/>
            <a:ahLst/>
            <a:cxnLst/>
            <a:rect l="l" t="t" r="r" b="b"/>
            <a:pathLst>
              <a:path w="39315" h="31790" extrusionOk="0">
                <a:moveTo>
                  <a:pt x="21370" y="0"/>
                </a:moveTo>
                <a:cubicBezTo>
                  <a:pt x="19245" y="0"/>
                  <a:pt x="16609" y="420"/>
                  <a:pt x="13994" y="1929"/>
                </a:cubicBezTo>
                <a:cubicBezTo>
                  <a:pt x="8094" y="5332"/>
                  <a:pt x="5120" y="12086"/>
                  <a:pt x="2561" y="17498"/>
                </a:cubicBezTo>
                <a:cubicBezTo>
                  <a:pt x="0" y="22912"/>
                  <a:pt x="1474" y="28410"/>
                  <a:pt x="5979" y="30920"/>
                </a:cubicBezTo>
                <a:cubicBezTo>
                  <a:pt x="7113" y="31551"/>
                  <a:pt x="8155" y="31789"/>
                  <a:pt x="9181" y="31789"/>
                </a:cubicBezTo>
                <a:cubicBezTo>
                  <a:pt x="12232" y="31789"/>
                  <a:pt x="15135" y="29683"/>
                  <a:pt x="19863" y="29548"/>
                </a:cubicBezTo>
                <a:cubicBezTo>
                  <a:pt x="20630" y="29526"/>
                  <a:pt x="21329" y="29520"/>
                  <a:pt x="21975" y="29520"/>
                </a:cubicBezTo>
                <a:cubicBezTo>
                  <a:pt x="22766" y="29520"/>
                  <a:pt x="23477" y="29529"/>
                  <a:pt x="24134" y="29529"/>
                </a:cubicBezTo>
                <a:cubicBezTo>
                  <a:pt x="27359" y="29529"/>
                  <a:pt x="29297" y="29308"/>
                  <a:pt x="33123" y="26702"/>
                </a:cubicBezTo>
                <a:cubicBezTo>
                  <a:pt x="38366" y="23130"/>
                  <a:pt x="39314" y="14704"/>
                  <a:pt x="35179" y="8470"/>
                </a:cubicBezTo>
                <a:cubicBezTo>
                  <a:pt x="31041" y="2236"/>
                  <a:pt x="25903" y="663"/>
                  <a:pt x="25903" y="663"/>
                </a:cubicBezTo>
                <a:cubicBezTo>
                  <a:pt x="25903" y="663"/>
                  <a:pt x="24040" y="0"/>
                  <a:pt x="21370" y="0"/>
                </a:cubicBezTo>
                <a:close/>
              </a:path>
            </a:pathLst>
          </a:custGeom>
          <a:solidFill>
            <a:srgbClr val="000000">
              <a:alpha val="1006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grpSp>
        <p:nvGrpSpPr>
          <p:cNvPr id="168" name="Google Shape;168;p11"/>
          <p:cNvGrpSpPr/>
          <p:nvPr/>
        </p:nvGrpSpPr>
        <p:grpSpPr>
          <a:xfrm>
            <a:off x="7441503" y="289852"/>
            <a:ext cx="1366913" cy="1382099"/>
            <a:chOff x="6568493" y="8"/>
            <a:chExt cx="1820608" cy="1840590"/>
          </a:xfrm>
        </p:grpSpPr>
        <p:sp>
          <p:nvSpPr>
            <p:cNvPr id="169" name="Google Shape;169;p11"/>
            <p:cNvSpPr/>
            <p:nvPr/>
          </p:nvSpPr>
          <p:spPr>
            <a:xfrm>
              <a:off x="6737915" y="169351"/>
              <a:ext cx="1651185" cy="1671247"/>
            </a:xfrm>
            <a:custGeom>
              <a:avLst/>
              <a:gdLst/>
              <a:ahLst/>
              <a:cxnLst/>
              <a:rect l="l" t="t" r="r" b="b"/>
              <a:pathLst>
                <a:path w="1959864" h="1983676" extrusionOk="0">
                  <a:moveTo>
                    <a:pt x="1868520" y="0"/>
                  </a:moveTo>
                  <a:lnTo>
                    <a:pt x="91345" y="0"/>
                  </a:lnTo>
                  <a:cubicBezTo>
                    <a:pt x="40958" y="0"/>
                    <a:pt x="0" y="40958"/>
                    <a:pt x="0" y="91345"/>
                  </a:cubicBezTo>
                  <a:lnTo>
                    <a:pt x="0" y="1892427"/>
                  </a:lnTo>
                  <a:cubicBezTo>
                    <a:pt x="0" y="1942814"/>
                    <a:pt x="40958" y="1983677"/>
                    <a:pt x="91345" y="1983677"/>
                  </a:cubicBezTo>
                  <a:lnTo>
                    <a:pt x="1868520" y="1983677"/>
                  </a:lnTo>
                  <a:cubicBezTo>
                    <a:pt x="1918906" y="1983677"/>
                    <a:pt x="1959864" y="1942814"/>
                    <a:pt x="1959864" y="1892427"/>
                  </a:cubicBezTo>
                  <a:lnTo>
                    <a:pt x="1959864" y="91345"/>
                  </a:lnTo>
                  <a:cubicBezTo>
                    <a:pt x="1959864" y="40958"/>
                    <a:pt x="1918906" y="0"/>
                    <a:pt x="1868520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0" name="Google Shape;170;p11"/>
            <p:cNvSpPr/>
            <p:nvPr/>
          </p:nvSpPr>
          <p:spPr>
            <a:xfrm>
              <a:off x="6653203" y="8"/>
              <a:ext cx="1651185" cy="1671247"/>
            </a:xfrm>
            <a:custGeom>
              <a:avLst/>
              <a:gdLst/>
              <a:ahLst/>
              <a:cxnLst/>
              <a:rect l="l" t="t" r="r" b="b"/>
              <a:pathLst>
                <a:path w="1959864" h="1983676" extrusionOk="0">
                  <a:moveTo>
                    <a:pt x="1868519" y="0"/>
                  </a:moveTo>
                  <a:lnTo>
                    <a:pt x="91345" y="0"/>
                  </a:lnTo>
                  <a:cubicBezTo>
                    <a:pt x="40958" y="0"/>
                    <a:pt x="0" y="40958"/>
                    <a:pt x="0" y="91345"/>
                  </a:cubicBezTo>
                  <a:lnTo>
                    <a:pt x="0" y="1892427"/>
                  </a:lnTo>
                  <a:cubicBezTo>
                    <a:pt x="0" y="1942814"/>
                    <a:pt x="40958" y="1983677"/>
                    <a:pt x="91345" y="1983677"/>
                  </a:cubicBezTo>
                  <a:lnTo>
                    <a:pt x="1868519" y="1983677"/>
                  </a:lnTo>
                  <a:cubicBezTo>
                    <a:pt x="1918907" y="1983677"/>
                    <a:pt x="1959865" y="1942814"/>
                    <a:pt x="1959865" y="1892427"/>
                  </a:cubicBezTo>
                  <a:lnTo>
                    <a:pt x="1959865" y="91345"/>
                  </a:lnTo>
                  <a:cubicBezTo>
                    <a:pt x="1959865" y="40958"/>
                    <a:pt x="1918907" y="0"/>
                    <a:pt x="1868519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grpSp>
          <p:nvGrpSpPr>
            <p:cNvPr id="171" name="Google Shape;171;p11"/>
            <p:cNvGrpSpPr/>
            <p:nvPr/>
          </p:nvGrpSpPr>
          <p:grpSpPr>
            <a:xfrm>
              <a:off x="6568493" y="84720"/>
              <a:ext cx="1649109" cy="1669065"/>
              <a:chOff x="8921020" y="472154"/>
              <a:chExt cx="1959958" cy="1983676"/>
            </a:xfrm>
          </p:grpSpPr>
          <p:sp>
            <p:nvSpPr>
              <p:cNvPr id="172" name="Google Shape;172;p11"/>
              <p:cNvSpPr/>
              <p:nvPr/>
            </p:nvSpPr>
            <p:spPr>
              <a:xfrm>
                <a:off x="8921114" y="472154"/>
                <a:ext cx="1959864" cy="1983676"/>
              </a:xfrm>
              <a:custGeom>
                <a:avLst/>
                <a:gdLst/>
                <a:ahLst/>
                <a:cxnLst/>
                <a:rect l="l" t="t" r="r" b="b"/>
                <a:pathLst>
                  <a:path w="1959864" h="1983676" extrusionOk="0">
                    <a:moveTo>
                      <a:pt x="1959864" y="91345"/>
                    </a:moveTo>
                    <a:lnTo>
                      <a:pt x="1959864" y="1892427"/>
                    </a:lnTo>
                    <a:cubicBezTo>
                      <a:pt x="1959864" y="1942814"/>
                      <a:pt x="1918907" y="1983677"/>
                      <a:pt x="1868520" y="1983677"/>
                    </a:cubicBezTo>
                    <a:lnTo>
                      <a:pt x="91345" y="1983677"/>
                    </a:lnTo>
                    <a:cubicBezTo>
                      <a:pt x="40958" y="1983677"/>
                      <a:pt x="0" y="1942814"/>
                      <a:pt x="0" y="1892427"/>
                    </a:cubicBezTo>
                    <a:lnTo>
                      <a:pt x="0" y="91345"/>
                    </a:lnTo>
                    <a:cubicBezTo>
                      <a:pt x="0" y="40958"/>
                      <a:pt x="40958" y="0"/>
                      <a:pt x="91345" y="0"/>
                    </a:cubicBezTo>
                    <a:lnTo>
                      <a:pt x="1868520" y="0"/>
                    </a:lnTo>
                    <a:cubicBezTo>
                      <a:pt x="1918907" y="0"/>
                      <a:pt x="1959864" y="40958"/>
                      <a:pt x="1959864" y="91345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73" name="Google Shape;173;p11"/>
              <p:cNvSpPr/>
              <p:nvPr/>
            </p:nvSpPr>
            <p:spPr>
              <a:xfrm>
                <a:off x="8921020" y="472154"/>
                <a:ext cx="1959958" cy="172307"/>
              </a:xfrm>
              <a:custGeom>
                <a:avLst/>
                <a:gdLst/>
                <a:ahLst/>
                <a:cxnLst/>
                <a:rect l="l" t="t" r="r" b="b"/>
                <a:pathLst>
                  <a:path w="1959958" h="172307" extrusionOk="0">
                    <a:moveTo>
                      <a:pt x="1959959" y="91345"/>
                    </a:moveTo>
                    <a:lnTo>
                      <a:pt x="1959959" y="172307"/>
                    </a:lnTo>
                    <a:lnTo>
                      <a:pt x="0" y="172307"/>
                    </a:lnTo>
                    <a:lnTo>
                      <a:pt x="0" y="91345"/>
                    </a:lnTo>
                    <a:cubicBezTo>
                      <a:pt x="0" y="40958"/>
                      <a:pt x="40957" y="0"/>
                      <a:pt x="91344" y="0"/>
                    </a:cubicBezTo>
                    <a:lnTo>
                      <a:pt x="1868519" y="0"/>
                    </a:lnTo>
                    <a:cubicBezTo>
                      <a:pt x="1918906" y="0"/>
                      <a:pt x="1959864" y="40958"/>
                      <a:pt x="1959864" y="91345"/>
                    </a:cubicBezTo>
                    <a:close/>
                  </a:path>
                </a:pathLst>
              </a:custGeom>
              <a:solidFill>
                <a:srgbClr val="000000">
                  <a:alpha val="10060"/>
                </a:srgbClr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grpSp>
            <p:nvGrpSpPr>
              <p:cNvPr id="174" name="Google Shape;174;p11"/>
              <p:cNvGrpSpPr/>
              <p:nvPr/>
            </p:nvGrpSpPr>
            <p:grpSpPr>
              <a:xfrm>
                <a:off x="9011888" y="537781"/>
                <a:ext cx="255174" cy="64389"/>
                <a:chOff x="9011888" y="537781"/>
                <a:chExt cx="255174" cy="64389"/>
              </a:xfrm>
            </p:grpSpPr>
            <p:sp>
              <p:nvSpPr>
                <p:cNvPr id="175" name="Google Shape;175;p11"/>
                <p:cNvSpPr/>
                <p:nvPr/>
              </p:nvSpPr>
              <p:spPr>
                <a:xfrm>
                  <a:off x="9202673" y="537781"/>
                  <a:ext cx="64389" cy="6438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4389" h="64389" extrusionOk="0">
                      <a:moveTo>
                        <a:pt x="64389" y="32195"/>
                      </a:moveTo>
                      <a:cubicBezTo>
                        <a:pt x="64389" y="50006"/>
                        <a:pt x="50006" y="64389"/>
                        <a:pt x="32195" y="64389"/>
                      </a:cubicBezTo>
                      <a:cubicBezTo>
                        <a:pt x="14383" y="64389"/>
                        <a:pt x="0" y="50006"/>
                        <a:pt x="0" y="32195"/>
                      </a:cubicBezTo>
                      <a:cubicBezTo>
                        <a:pt x="0" y="14383"/>
                        <a:pt x="14383" y="0"/>
                        <a:pt x="32195" y="0"/>
                      </a:cubicBezTo>
                      <a:cubicBezTo>
                        <a:pt x="50006" y="0"/>
                        <a:pt x="64389" y="14383"/>
                        <a:pt x="64389" y="32195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76" name="Google Shape;176;p11"/>
                <p:cNvSpPr/>
                <p:nvPr/>
              </p:nvSpPr>
              <p:spPr>
                <a:xfrm>
                  <a:off x="9107233" y="537781"/>
                  <a:ext cx="64389" cy="6438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4389" h="64389" extrusionOk="0">
                      <a:moveTo>
                        <a:pt x="64389" y="32195"/>
                      </a:moveTo>
                      <a:cubicBezTo>
                        <a:pt x="64389" y="50006"/>
                        <a:pt x="50006" y="64389"/>
                        <a:pt x="32195" y="64389"/>
                      </a:cubicBezTo>
                      <a:cubicBezTo>
                        <a:pt x="14383" y="64389"/>
                        <a:pt x="0" y="50006"/>
                        <a:pt x="0" y="32195"/>
                      </a:cubicBezTo>
                      <a:cubicBezTo>
                        <a:pt x="0" y="14383"/>
                        <a:pt x="14383" y="0"/>
                        <a:pt x="32195" y="0"/>
                      </a:cubicBezTo>
                      <a:cubicBezTo>
                        <a:pt x="50006" y="0"/>
                        <a:pt x="64389" y="14383"/>
                        <a:pt x="64389" y="32195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77" name="Google Shape;177;p11"/>
                <p:cNvSpPr/>
                <p:nvPr/>
              </p:nvSpPr>
              <p:spPr>
                <a:xfrm>
                  <a:off x="9011888" y="537781"/>
                  <a:ext cx="64389" cy="6438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4389" h="64389" extrusionOk="0">
                      <a:moveTo>
                        <a:pt x="64389" y="32195"/>
                      </a:moveTo>
                      <a:cubicBezTo>
                        <a:pt x="64389" y="50006"/>
                        <a:pt x="50006" y="64389"/>
                        <a:pt x="32195" y="64389"/>
                      </a:cubicBezTo>
                      <a:cubicBezTo>
                        <a:pt x="14383" y="64389"/>
                        <a:pt x="0" y="50006"/>
                        <a:pt x="0" y="32195"/>
                      </a:cubicBezTo>
                      <a:cubicBezTo>
                        <a:pt x="0" y="14383"/>
                        <a:pt x="14383" y="0"/>
                        <a:pt x="32195" y="0"/>
                      </a:cubicBezTo>
                      <a:cubicBezTo>
                        <a:pt x="50006" y="0"/>
                        <a:pt x="64389" y="14383"/>
                        <a:pt x="64389" y="32195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</p:grpSp>
        <p:grpSp>
          <p:nvGrpSpPr>
            <p:cNvPr id="178" name="Google Shape;178;p11"/>
            <p:cNvGrpSpPr/>
            <p:nvPr/>
          </p:nvGrpSpPr>
          <p:grpSpPr>
            <a:xfrm>
              <a:off x="6795939" y="406335"/>
              <a:ext cx="1194216" cy="1228757"/>
              <a:chOff x="9191339" y="854392"/>
              <a:chExt cx="1419320" cy="1460372"/>
            </a:xfrm>
          </p:grpSpPr>
          <p:grpSp>
            <p:nvGrpSpPr>
              <p:cNvPr id="179" name="Google Shape;179;p11"/>
              <p:cNvGrpSpPr/>
              <p:nvPr/>
            </p:nvGrpSpPr>
            <p:grpSpPr>
              <a:xfrm>
                <a:off x="9191339" y="1884045"/>
                <a:ext cx="604932" cy="420243"/>
                <a:chOff x="9191339" y="1884045"/>
                <a:chExt cx="604932" cy="420243"/>
              </a:xfrm>
            </p:grpSpPr>
            <p:sp>
              <p:nvSpPr>
                <p:cNvPr id="180" name="Google Shape;180;p11"/>
                <p:cNvSpPr/>
                <p:nvPr/>
              </p:nvSpPr>
              <p:spPr>
                <a:xfrm>
                  <a:off x="9191339" y="1884045"/>
                  <a:ext cx="237077" cy="5295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37077" h="52959" extrusionOk="0">
                      <a:moveTo>
                        <a:pt x="0" y="0"/>
                      </a:moveTo>
                      <a:lnTo>
                        <a:pt x="237077" y="0"/>
                      </a:lnTo>
                      <a:lnTo>
                        <a:pt x="237077" y="52959"/>
                      </a:lnTo>
                      <a:lnTo>
                        <a:pt x="0" y="52959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81" name="Google Shape;181;p11"/>
                <p:cNvSpPr/>
                <p:nvPr/>
              </p:nvSpPr>
              <p:spPr>
                <a:xfrm>
                  <a:off x="9449466" y="1884045"/>
                  <a:ext cx="182498" cy="5295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82498" h="52959" extrusionOk="0">
                      <a:moveTo>
                        <a:pt x="0" y="0"/>
                      </a:moveTo>
                      <a:lnTo>
                        <a:pt x="182499" y="0"/>
                      </a:lnTo>
                      <a:lnTo>
                        <a:pt x="182499" y="52959"/>
                      </a:lnTo>
                      <a:lnTo>
                        <a:pt x="0" y="52959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82" name="Google Shape;182;p11"/>
                <p:cNvSpPr/>
                <p:nvPr/>
              </p:nvSpPr>
              <p:spPr>
                <a:xfrm>
                  <a:off x="9651396" y="1884045"/>
                  <a:ext cx="144875" cy="5295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44875" h="52959" extrusionOk="0">
                      <a:moveTo>
                        <a:pt x="0" y="0"/>
                      </a:moveTo>
                      <a:lnTo>
                        <a:pt x="144876" y="0"/>
                      </a:lnTo>
                      <a:lnTo>
                        <a:pt x="144876" y="52959"/>
                      </a:lnTo>
                      <a:lnTo>
                        <a:pt x="0" y="52959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83" name="Google Shape;183;p11"/>
                <p:cNvSpPr/>
                <p:nvPr/>
              </p:nvSpPr>
              <p:spPr>
                <a:xfrm>
                  <a:off x="9308306" y="2006536"/>
                  <a:ext cx="487965" cy="5295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87965" h="52959" extrusionOk="0">
                      <a:moveTo>
                        <a:pt x="0" y="0"/>
                      </a:moveTo>
                      <a:lnTo>
                        <a:pt x="487966" y="0"/>
                      </a:lnTo>
                      <a:lnTo>
                        <a:pt x="487966" y="52959"/>
                      </a:lnTo>
                      <a:lnTo>
                        <a:pt x="0" y="52959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84" name="Google Shape;184;p11"/>
                <p:cNvSpPr/>
                <p:nvPr/>
              </p:nvSpPr>
              <p:spPr>
                <a:xfrm>
                  <a:off x="9191339" y="2006536"/>
                  <a:ext cx="89630" cy="5295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9630" h="52959" extrusionOk="0">
                      <a:moveTo>
                        <a:pt x="0" y="0"/>
                      </a:moveTo>
                      <a:lnTo>
                        <a:pt x="89630" y="0"/>
                      </a:lnTo>
                      <a:lnTo>
                        <a:pt x="89630" y="52959"/>
                      </a:lnTo>
                      <a:lnTo>
                        <a:pt x="0" y="52959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85" name="Google Shape;185;p11"/>
                <p:cNvSpPr/>
                <p:nvPr/>
              </p:nvSpPr>
              <p:spPr>
                <a:xfrm>
                  <a:off x="9460325" y="2128932"/>
                  <a:ext cx="230790" cy="5295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30790" h="52959" extrusionOk="0">
                      <a:moveTo>
                        <a:pt x="0" y="0"/>
                      </a:moveTo>
                      <a:lnTo>
                        <a:pt x="230791" y="0"/>
                      </a:lnTo>
                      <a:lnTo>
                        <a:pt x="230791" y="52959"/>
                      </a:lnTo>
                      <a:lnTo>
                        <a:pt x="0" y="52959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86" name="Google Shape;186;p11"/>
                <p:cNvSpPr/>
                <p:nvPr/>
              </p:nvSpPr>
              <p:spPr>
                <a:xfrm>
                  <a:off x="9713023" y="2128932"/>
                  <a:ext cx="83248" cy="5295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3248" h="52959" extrusionOk="0">
                      <a:moveTo>
                        <a:pt x="0" y="0"/>
                      </a:moveTo>
                      <a:lnTo>
                        <a:pt x="83248" y="0"/>
                      </a:lnTo>
                      <a:lnTo>
                        <a:pt x="83248" y="52959"/>
                      </a:lnTo>
                      <a:lnTo>
                        <a:pt x="0" y="52959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87" name="Google Shape;187;p11"/>
                <p:cNvSpPr/>
                <p:nvPr/>
              </p:nvSpPr>
              <p:spPr>
                <a:xfrm>
                  <a:off x="9191339" y="2128932"/>
                  <a:ext cx="247935" cy="5295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47935" h="52959" extrusionOk="0">
                      <a:moveTo>
                        <a:pt x="0" y="0"/>
                      </a:moveTo>
                      <a:lnTo>
                        <a:pt x="247936" y="0"/>
                      </a:lnTo>
                      <a:lnTo>
                        <a:pt x="247936" y="52959"/>
                      </a:lnTo>
                      <a:lnTo>
                        <a:pt x="0" y="52959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88" name="Google Shape;188;p11"/>
                <p:cNvSpPr/>
                <p:nvPr/>
              </p:nvSpPr>
              <p:spPr>
                <a:xfrm>
                  <a:off x="9365170" y="2251329"/>
                  <a:ext cx="200977" cy="5295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0977" h="52959" extrusionOk="0">
                      <a:moveTo>
                        <a:pt x="0" y="0"/>
                      </a:moveTo>
                      <a:lnTo>
                        <a:pt x="200977" y="0"/>
                      </a:lnTo>
                      <a:lnTo>
                        <a:pt x="200977" y="52959"/>
                      </a:lnTo>
                      <a:lnTo>
                        <a:pt x="0" y="52959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89" name="Google Shape;189;p11"/>
                <p:cNvSpPr/>
                <p:nvPr/>
              </p:nvSpPr>
              <p:spPr>
                <a:xfrm>
                  <a:off x="9191339" y="2251329"/>
                  <a:ext cx="151256" cy="5295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1256" h="52959" extrusionOk="0">
                      <a:moveTo>
                        <a:pt x="0" y="0"/>
                      </a:moveTo>
                      <a:lnTo>
                        <a:pt x="151257" y="0"/>
                      </a:lnTo>
                      <a:lnTo>
                        <a:pt x="151257" y="52959"/>
                      </a:lnTo>
                      <a:lnTo>
                        <a:pt x="0" y="52959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grpSp>
            <p:nvGrpSpPr>
              <p:cNvPr id="190" name="Google Shape;190;p11"/>
              <p:cNvGrpSpPr/>
              <p:nvPr/>
            </p:nvGrpSpPr>
            <p:grpSpPr>
              <a:xfrm>
                <a:off x="10004774" y="854392"/>
                <a:ext cx="604932" cy="420243"/>
                <a:chOff x="10004774" y="854392"/>
                <a:chExt cx="604932" cy="420243"/>
              </a:xfrm>
            </p:grpSpPr>
            <p:sp>
              <p:nvSpPr>
                <p:cNvPr id="191" name="Google Shape;191;p11"/>
                <p:cNvSpPr/>
                <p:nvPr/>
              </p:nvSpPr>
              <p:spPr>
                <a:xfrm>
                  <a:off x="10004774" y="854392"/>
                  <a:ext cx="237077" cy="5295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37077" h="52959" extrusionOk="0">
                      <a:moveTo>
                        <a:pt x="0" y="0"/>
                      </a:moveTo>
                      <a:lnTo>
                        <a:pt x="237077" y="0"/>
                      </a:lnTo>
                      <a:lnTo>
                        <a:pt x="237077" y="52959"/>
                      </a:lnTo>
                      <a:lnTo>
                        <a:pt x="0" y="52959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92" name="Google Shape;192;p11"/>
                <p:cNvSpPr/>
                <p:nvPr/>
              </p:nvSpPr>
              <p:spPr>
                <a:xfrm>
                  <a:off x="10262901" y="854392"/>
                  <a:ext cx="182498" cy="5295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82498" h="52959" extrusionOk="0">
                      <a:moveTo>
                        <a:pt x="0" y="0"/>
                      </a:moveTo>
                      <a:lnTo>
                        <a:pt x="182498" y="0"/>
                      </a:lnTo>
                      <a:lnTo>
                        <a:pt x="182498" y="52959"/>
                      </a:lnTo>
                      <a:lnTo>
                        <a:pt x="0" y="52959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93" name="Google Shape;193;p11"/>
                <p:cNvSpPr/>
                <p:nvPr/>
              </p:nvSpPr>
              <p:spPr>
                <a:xfrm>
                  <a:off x="10464831" y="854392"/>
                  <a:ext cx="144875" cy="5295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44875" h="52959" extrusionOk="0">
                      <a:moveTo>
                        <a:pt x="0" y="0"/>
                      </a:moveTo>
                      <a:lnTo>
                        <a:pt x="144875" y="0"/>
                      </a:lnTo>
                      <a:lnTo>
                        <a:pt x="144875" y="52959"/>
                      </a:lnTo>
                      <a:lnTo>
                        <a:pt x="0" y="52959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94" name="Google Shape;194;p11"/>
                <p:cNvSpPr/>
                <p:nvPr/>
              </p:nvSpPr>
              <p:spPr>
                <a:xfrm>
                  <a:off x="10121741" y="976788"/>
                  <a:ext cx="487965" cy="5295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87965" h="52959" extrusionOk="0">
                      <a:moveTo>
                        <a:pt x="0" y="0"/>
                      </a:moveTo>
                      <a:lnTo>
                        <a:pt x="487966" y="0"/>
                      </a:lnTo>
                      <a:lnTo>
                        <a:pt x="487966" y="52959"/>
                      </a:lnTo>
                      <a:lnTo>
                        <a:pt x="0" y="52959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95" name="Google Shape;195;p11"/>
                <p:cNvSpPr/>
                <p:nvPr/>
              </p:nvSpPr>
              <p:spPr>
                <a:xfrm>
                  <a:off x="10004774" y="976788"/>
                  <a:ext cx="89630" cy="5295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9630" h="52959" extrusionOk="0">
                      <a:moveTo>
                        <a:pt x="0" y="0"/>
                      </a:moveTo>
                      <a:lnTo>
                        <a:pt x="89630" y="0"/>
                      </a:lnTo>
                      <a:lnTo>
                        <a:pt x="89630" y="52959"/>
                      </a:lnTo>
                      <a:lnTo>
                        <a:pt x="0" y="52959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96" name="Google Shape;196;p11"/>
                <p:cNvSpPr/>
                <p:nvPr/>
              </p:nvSpPr>
              <p:spPr>
                <a:xfrm>
                  <a:off x="10273760" y="1099280"/>
                  <a:ext cx="230790" cy="5295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30790" h="52959" extrusionOk="0">
                      <a:moveTo>
                        <a:pt x="0" y="0"/>
                      </a:moveTo>
                      <a:lnTo>
                        <a:pt x="230790" y="0"/>
                      </a:lnTo>
                      <a:lnTo>
                        <a:pt x="230790" y="52959"/>
                      </a:lnTo>
                      <a:lnTo>
                        <a:pt x="0" y="52959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97" name="Google Shape;197;p11"/>
                <p:cNvSpPr/>
                <p:nvPr/>
              </p:nvSpPr>
              <p:spPr>
                <a:xfrm>
                  <a:off x="10526458" y="1099280"/>
                  <a:ext cx="83248" cy="5295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3248" h="52959" extrusionOk="0">
                      <a:moveTo>
                        <a:pt x="0" y="0"/>
                      </a:moveTo>
                      <a:lnTo>
                        <a:pt x="83249" y="0"/>
                      </a:lnTo>
                      <a:lnTo>
                        <a:pt x="83249" y="52959"/>
                      </a:lnTo>
                      <a:lnTo>
                        <a:pt x="0" y="52959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98" name="Google Shape;198;p11"/>
                <p:cNvSpPr/>
                <p:nvPr/>
              </p:nvSpPr>
              <p:spPr>
                <a:xfrm>
                  <a:off x="10004774" y="1099280"/>
                  <a:ext cx="247935" cy="5295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47935" h="52959" extrusionOk="0">
                      <a:moveTo>
                        <a:pt x="0" y="0"/>
                      </a:moveTo>
                      <a:lnTo>
                        <a:pt x="247936" y="0"/>
                      </a:lnTo>
                      <a:lnTo>
                        <a:pt x="247936" y="52959"/>
                      </a:lnTo>
                      <a:lnTo>
                        <a:pt x="0" y="52959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99" name="Google Shape;199;p11"/>
                <p:cNvSpPr/>
                <p:nvPr/>
              </p:nvSpPr>
              <p:spPr>
                <a:xfrm>
                  <a:off x="10178700" y="1221676"/>
                  <a:ext cx="200977" cy="5295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0977" h="52959" extrusionOk="0">
                      <a:moveTo>
                        <a:pt x="0" y="0"/>
                      </a:moveTo>
                      <a:lnTo>
                        <a:pt x="200977" y="0"/>
                      </a:lnTo>
                      <a:lnTo>
                        <a:pt x="200977" y="52959"/>
                      </a:lnTo>
                      <a:lnTo>
                        <a:pt x="0" y="52959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00" name="Google Shape;200;p11"/>
                <p:cNvSpPr/>
                <p:nvPr/>
              </p:nvSpPr>
              <p:spPr>
                <a:xfrm>
                  <a:off x="10004774" y="1221676"/>
                  <a:ext cx="151256" cy="5295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1256" h="52959" extrusionOk="0">
                      <a:moveTo>
                        <a:pt x="0" y="0"/>
                      </a:moveTo>
                      <a:lnTo>
                        <a:pt x="151257" y="0"/>
                      </a:lnTo>
                      <a:lnTo>
                        <a:pt x="151257" y="52959"/>
                      </a:lnTo>
                      <a:lnTo>
                        <a:pt x="0" y="52959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grpSp>
            <p:nvGrpSpPr>
              <p:cNvPr id="201" name="Google Shape;201;p11"/>
              <p:cNvGrpSpPr/>
              <p:nvPr/>
            </p:nvGrpSpPr>
            <p:grpSpPr>
              <a:xfrm>
                <a:off x="10004774" y="1374362"/>
                <a:ext cx="604932" cy="303466"/>
                <a:chOff x="10004774" y="1374362"/>
                <a:chExt cx="604932" cy="303466"/>
              </a:xfrm>
            </p:grpSpPr>
            <p:sp>
              <p:nvSpPr>
                <p:cNvPr id="202" name="Google Shape;202;p11"/>
                <p:cNvSpPr/>
                <p:nvPr/>
              </p:nvSpPr>
              <p:spPr>
                <a:xfrm>
                  <a:off x="10004774" y="1374362"/>
                  <a:ext cx="237077" cy="5295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37077" h="52959" extrusionOk="0">
                      <a:moveTo>
                        <a:pt x="0" y="0"/>
                      </a:moveTo>
                      <a:lnTo>
                        <a:pt x="237077" y="0"/>
                      </a:lnTo>
                      <a:lnTo>
                        <a:pt x="237077" y="52959"/>
                      </a:lnTo>
                      <a:lnTo>
                        <a:pt x="0" y="52959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03" name="Google Shape;203;p11"/>
                <p:cNvSpPr/>
                <p:nvPr/>
              </p:nvSpPr>
              <p:spPr>
                <a:xfrm>
                  <a:off x="10262901" y="1374362"/>
                  <a:ext cx="182498" cy="5295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82498" h="52959" extrusionOk="0">
                      <a:moveTo>
                        <a:pt x="0" y="0"/>
                      </a:moveTo>
                      <a:lnTo>
                        <a:pt x="182498" y="0"/>
                      </a:lnTo>
                      <a:lnTo>
                        <a:pt x="182498" y="52959"/>
                      </a:lnTo>
                      <a:lnTo>
                        <a:pt x="0" y="52959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04" name="Google Shape;204;p11"/>
                <p:cNvSpPr/>
                <p:nvPr/>
              </p:nvSpPr>
              <p:spPr>
                <a:xfrm>
                  <a:off x="10464831" y="1374362"/>
                  <a:ext cx="144875" cy="5295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44875" h="52959" extrusionOk="0">
                      <a:moveTo>
                        <a:pt x="0" y="0"/>
                      </a:moveTo>
                      <a:lnTo>
                        <a:pt x="144875" y="0"/>
                      </a:lnTo>
                      <a:lnTo>
                        <a:pt x="144875" y="52959"/>
                      </a:lnTo>
                      <a:lnTo>
                        <a:pt x="0" y="52959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05" name="Google Shape;205;p11"/>
                <p:cNvSpPr/>
                <p:nvPr/>
              </p:nvSpPr>
              <p:spPr>
                <a:xfrm>
                  <a:off x="10273760" y="1502378"/>
                  <a:ext cx="230790" cy="5295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30790" h="52959" extrusionOk="0">
                      <a:moveTo>
                        <a:pt x="0" y="0"/>
                      </a:moveTo>
                      <a:lnTo>
                        <a:pt x="230790" y="0"/>
                      </a:lnTo>
                      <a:lnTo>
                        <a:pt x="230790" y="52959"/>
                      </a:lnTo>
                      <a:lnTo>
                        <a:pt x="0" y="52959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06" name="Google Shape;206;p11"/>
                <p:cNvSpPr/>
                <p:nvPr/>
              </p:nvSpPr>
              <p:spPr>
                <a:xfrm>
                  <a:off x="10526458" y="1502378"/>
                  <a:ext cx="83248" cy="5295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3248" h="52959" extrusionOk="0">
                      <a:moveTo>
                        <a:pt x="0" y="0"/>
                      </a:moveTo>
                      <a:lnTo>
                        <a:pt x="83249" y="0"/>
                      </a:lnTo>
                      <a:lnTo>
                        <a:pt x="83249" y="52959"/>
                      </a:lnTo>
                      <a:lnTo>
                        <a:pt x="0" y="52959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07" name="Google Shape;207;p11"/>
                <p:cNvSpPr/>
                <p:nvPr/>
              </p:nvSpPr>
              <p:spPr>
                <a:xfrm>
                  <a:off x="10004774" y="1502378"/>
                  <a:ext cx="247935" cy="5295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47935" h="52959" extrusionOk="0">
                      <a:moveTo>
                        <a:pt x="0" y="0"/>
                      </a:moveTo>
                      <a:lnTo>
                        <a:pt x="247936" y="0"/>
                      </a:lnTo>
                      <a:lnTo>
                        <a:pt x="247936" y="52959"/>
                      </a:lnTo>
                      <a:lnTo>
                        <a:pt x="0" y="52959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08" name="Google Shape;208;p11"/>
                <p:cNvSpPr/>
                <p:nvPr/>
              </p:nvSpPr>
              <p:spPr>
                <a:xfrm>
                  <a:off x="10178700" y="1624869"/>
                  <a:ext cx="200977" cy="5295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0977" h="52959" extrusionOk="0">
                      <a:moveTo>
                        <a:pt x="0" y="0"/>
                      </a:moveTo>
                      <a:lnTo>
                        <a:pt x="200977" y="0"/>
                      </a:lnTo>
                      <a:lnTo>
                        <a:pt x="200977" y="52959"/>
                      </a:lnTo>
                      <a:lnTo>
                        <a:pt x="0" y="52959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09" name="Google Shape;209;p11"/>
                <p:cNvSpPr/>
                <p:nvPr/>
              </p:nvSpPr>
              <p:spPr>
                <a:xfrm>
                  <a:off x="10004774" y="1624869"/>
                  <a:ext cx="151256" cy="5295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1256" h="52959" extrusionOk="0">
                      <a:moveTo>
                        <a:pt x="0" y="0"/>
                      </a:moveTo>
                      <a:lnTo>
                        <a:pt x="151257" y="0"/>
                      </a:lnTo>
                      <a:lnTo>
                        <a:pt x="151257" y="52959"/>
                      </a:lnTo>
                      <a:lnTo>
                        <a:pt x="0" y="52959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sp>
            <p:nvSpPr>
              <p:cNvPr id="210" name="Google Shape;210;p11"/>
              <p:cNvSpPr/>
              <p:nvPr/>
            </p:nvSpPr>
            <p:spPr>
              <a:xfrm>
                <a:off x="10004774" y="1875948"/>
                <a:ext cx="605885" cy="438816"/>
              </a:xfrm>
              <a:custGeom>
                <a:avLst/>
                <a:gdLst/>
                <a:ahLst/>
                <a:cxnLst/>
                <a:rect l="l" t="t" r="r" b="b"/>
                <a:pathLst>
                  <a:path w="605885" h="438816" extrusionOk="0">
                    <a:moveTo>
                      <a:pt x="572167" y="0"/>
                    </a:moveTo>
                    <a:cubicBezTo>
                      <a:pt x="590789" y="0"/>
                      <a:pt x="605885" y="15096"/>
                      <a:pt x="605885" y="33718"/>
                    </a:cubicBezTo>
                    <a:lnTo>
                      <a:pt x="605885" y="405098"/>
                    </a:lnTo>
                    <a:cubicBezTo>
                      <a:pt x="605885" y="423720"/>
                      <a:pt x="590789" y="438817"/>
                      <a:pt x="572167" y="438817"/>
                    </a:cubicBezTo>
                    <a:lnTo>
                      <a:pt x="33718" y="438817"/>
                    </a:lnTo>
                    <a:cubicBezTo>
                      <a:pt x="15096" y="438817"/>
                      <a:pt x="0" y="423720"/>
                      <a:pt x="0" y="405098"/>
                    </a:cubicBezTo>
                    <a:lnTo>
                      <a:pt x="0" y="33718"/>
                    </a:lnTo>
                    <a:cubicBezTo>
                      <a:pt x="0" y="15096"/>
                      <a:pt x="15096" y="0"/>
                      <a:pt x="33718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11" name="Google Shape;211;p11"/>
              <p:cNvSpPr/>
              <p:nvPr/>
            </p:nvSpPr>
            <p:spPr>
              <a:xfrm>
                <a:off x="9191339" y="860202"/>
                <a:ext cx="605885" cy="815149"/>
              </a:xfrm>
              <a:custGeom>
                <a:avLst/>
                <a:gdLst/>
                <a:ahLst/>
                <a:cxnLst/>
                <a:rect l="l" t="t" r="r" b="b"/>
                <a:pathLst>
                  <a:path w="605885" h="815149" extrusionOk="0">
                    <a:moveTo>
                      <a:pt x="554260" y="0"/>
                    </a:moveTo>
                    <a:cubicBezTo>
                      <a:pt x="582772" y="0"/>
                      <a:pt x="605885" y="23114"/>
                      <a:pt x="605885" y="51625"/>
                    </a:cubicBezTo>
                    <a:lnTo>
                      <a:pt x="605885" y="763524"/>
                    </a:lnTo>
                    <a:cubicBezTo>
                      <a:pt x="605885" y="792036"/>
                      <a:pt x="582771" y="815150"/>
                      <a:pt x="554260" y="815150"/>
                    </a:cubicBezTo>
                    <a:lnTo>
                      <a:pt x="51625" y="815150"/>
                    </a:lnTo>
                    <a:cubicBezTo>
                      <a:pt x="23113" y="815150"/>
                      <a:pt x="0" y="792036"/>
                      <a:pt x="0" y="763524"/>
                    </a:cubicBezTo>
                    <a:lnTo>
                      <a:pt x="0" y="51625"/>
                    </a:lnTo>
                    <a:cubicBezTo>
                      <a:pt x="0" y="23114"/>
                      <a:pt x="23113" y="0"/>
                      <a:pt x="51625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12" name="Google Shape;212;p11"/>
            <p:cNvGrpSpPr/>
            <p:nvPr/>
          </p:nvGrpSpPr>
          <p:grpSpPr>
            <a:xfrm>
              <a:off x="6717319" y="354723"/>
              <a:ext cx="656533" cy="799751"/>
              <a:chOff x="9097899" y="793051"/>
              <a:chExt cx="780287" cy="950500"/>
            </a:xfrm>
          </p:grpSpPr>
          <p:grpSp>
            <p:nvGrpSpPr>
              <p:cNvPr id="213" name="Google Shape;213;p11"/>
              <p:cNvGrpSpPr/>
              <p:nvPr/>
            </p:nvGrpSpPr>
            <p:grpSpPr>
              <a:xfrm>
                <a:off x="9118758" y="814006"/>
                <a:ext cx="747999" cy="918020"/>
                <a:chOff x="9118758" y="814006"/>
                <a:chExt cx="747999" cy="918020"/>
              </a:xfrm>
            </p:grpSpPr>
            <p:sp>
              <p:nvSpPr>
                <p:cNvPr id="214" name="Google Shape;214;p11"/>
                <p:cNvSpPr/>
                <p:nvPr/>
              </p:nvSpPr>
              <p:spPr>
                <a:xfrm>
                  <a:off x="9131522" y="1722501"/>
                  <a:ext cx="700277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00277" h="9525" extrusionOk="0">
                      <a:moveTo>
                        <a:pt x="700278" y="0"/>
                      </a:moveTo>
                      <a:lnTo>
                        <a:pt x="0" y="0"/>
                      </a:lnTo>
                    </a:path>
                  </a:pathLst>
                </a:custGeom>
                <a:solidFill>
                  <a:schemeClr val="dk1"/>
                </a:solidFill>
                <a:ln w="12750" cap="rnd" cmpd="sng">
                  <a:solidFill>
                    <a:schemeClr val="dk1"/>
                  </a:solidFill>
                  <a:prstDash val="dashDot"/>
                  <a:miter lim="8000"/>
                  <a:headEnd type="none" w="sm" len="sm"/>
                  <a:tailEnd type="none" w="sm" len="sm"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15" name="Google Shape;215;p11"/>
                <p:cNvSpPr/>
                <p:nvPr/>
              </p:nvSpPr>
              <p:spPr>
                <a:xfrm>
                  <a:off x="9118758" y="826579"/>
                  <a:ext cx="9525" cy="87068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870680" extrusionOk="0">
                      <a:moveTo>
                        <a:pt x="0" y="870680"/>
                      </a:moveTo>
                      <a:lnTo>
                        <a:pt x="0" y="0"/>
                      </a:lnTo>
                    </a:path>
                  </a:pathLst>
                </a:custGeom>
                <a:solidFill>
                  <a:schemeClr val="dk1"/>
                </a:solidFill>
                <a:ln w="12750" cap="rnd" cmpd="sng">
                  <a:solidFill>
                    <a:schemeClr val="dk1"/>
                  </a:solidFill>
                  <a:prstDash val="dashDot"/>
                  <a:miter lim="8000"/>
                  <a:headEnd type="none" w="sm" len="sm"/>
                  <a:tailEnd type="none" w="sm" len="sm"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16" name="Google Shape;216;p11"/>
                <p:cNvSpPr/>
                <p:nvPr/>
              </p:nvSpPr>
              <p:spPr>
                <a:xfrm>
                  <a:off x="9144285" y="814006"/>
                  <a:ext cx="700277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00277" h="9525" extrusionOk="0">
                      <a:moveTo>
                        <a:pt x="0" y="0"/>
                      </a:moveTo>
                      <a:lnTo>
                        <a:pt x="700278" y="0"/>
                      </a:lnTo>
                    </a:path>
                  </a:pathLst>
                </a:custGeom>
                <a:solidFill>
                  <a:schemeClr val="dk1"/>
                </a:solidFill>
                <a:ln w="12750" cap="rnd" cmpd="sng">
                  <a:solidFill>
                    <a:schemeClr val="dk1"/>
                  </a:solidFill>
                  <a:prstDash val="dashDot"/>
                  <a:miter lim="8000"/>
                  <a:headEnd type="none" w="sm" len="sm"/>
                  <a:tailEnd type="none" w="sm" len="sm"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17" name="Google Shape;217;p11"/>
                <p:cNvSpPr/>
                <p:nvPr/>
              </p:nvSpPr>
              <p:spPr>
                <a:xfrm>
                  <a:off x="9857232" y="839247"/>
                  <a:ext cx="9525" cy="87068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870680" extrusionOk="0">
                      <a:moveTo>
                        <a:pt x="0" y="0"/>
                      </a:moveTo>
                      <a:lnTo>
                        <a:pt x="0" y="870680"/>
                      </a:lnTo>
                    </a:path>
                  </a:pathLst>
                </a:custGeom>
                <a:solidFill>
                  <a:schemeClr val="dk1"/>
                </a:solidFill>
                <a:ln w="12750" cap="rnd" cmpd="sng">
                  <a:solidFill>
                    <a:schemeClr val="dk1"/>
                  </a:solidFill>
                  <a:prstDash val="dashDot"/>
                  <a:miter lim="8000"/>
                  <a:headEnd type="none" w="sm" len="sm"/>
                  <a:tailEnd type="none" w="sm" len="sm"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grpSp>
            <p:nvGrpSpPr>
              <p:cNvPr id="218" name="Google Shape;218;p11"/>
              <p:cNvGrpSpPr/>
              <p:nvPr/>
            </p:nvGrpSpPr>
            <p:grpSpPr>
              <a:xfrm>
                <a:off x="9097899" y="793051"/>
                <a:ext cx="780287" cy="950500"/>
                <a:chOff x="9097899" y="793051"/>
                <a:chExt cx="780287" cy="950500"/>
              </a:xfrm>
            </p:grpSpPr>
            <p:grpSp>
              <p:nvGrpSpPr>
                <p:cNvPr id="219" name="Google Shape;219;p11"/>
                <p:cNvGrpSpPr/>
                <p:nvPr/>
              </p:nvGrpSpPr>
              <p:grpSpPr>
                <a:xfrm>
                  <a:off x="9097899" y="793051"/>
                  <a:ext cx="780287" cy="41909"/>
                  <a:chOff x="9097899" y="793051"/>
                  <a:chExt cx="780287" cy="41909"/>
                </a:xfrm>
              </p:grpSpPr>
              <p:sp>
                <p:nvSpPr>
                  <p:cNvPr id="220" name="Google Shape;220;p11"/>
                  <p:cNvSpPr/>
                  <p:nvPr/>
                </p:nvSpPr>
                <p:spPr>
                  <a:xfrm>
                    <a:off x="9097899" y="793051"/>
                    <a:ext cx="41909" cy="4190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41909" h="41909" extrusionOk="0">
                        <a:moveTo>
                          <a:pt x="0" y="0"/>
                        </a:moveTo>
                        <a:lnTo>
                          <a:pt x="41910" y="0"/>
                        </a:lnTo>
                        <a:lnTo>
                          <a:pt x="41910" y="41910"/>
                        </a:lnTo>
                        <a:lnTo>
                          <a:pt x="0" y="41910"/>
                        </a:lnTo>
                        <a:close/>
                      </a:path>
                    </a:pathLst>
                  </a:custGeom>
                  <a:solidFill>
                    <a:schemeClr val="dk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 dirty="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21" name="Google Shape;221;p11"/>
                  <p:cNvSpPr/>
                  <p:nvPr/>
                </p:nvSpPr>
                <p:spPr>
                  <a:xfrm>
                    <a:off x="9467088" y="793051"/>
                    <a:ext cx="41909" cy="4190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41909" h="41909" extrusionOk="0">
                        <a:moveTo>
                          <a:pt x="0" y="0"/>
                        </a:moveTo>
                        <a:lnTo>
                          <a:pt x="41910" y="0"/>
                        </a:lnTo>
                        <a:lnTo>
                          <a:pt x="41910" y="41910"/>
                        </a:lnTo>
                        <a:lnTo>
                          <a:pt x="0" y="41910"/>
                        </a:lnTo>
                        <a:close/>
                      </a:path>
                    </a:pathLst>
                  </a:custGeom>
                  <a:solidFill>
                    <a:schemeClr val="dk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 dirty="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22" name="Google Shape;222;p11"/>
                  <p:cNvSpPr/>
                  <p:nvPr/>
                </p:nvSpPr>
                <p:spPr>
                  <a:xfrm>
                    <a:off x="9836277" y="793051"/>
                    <a:ext cx="41909" cy="4190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41909" h="41909" extrusionOk="0">
                        <a:moveTo>
                          <a:pt x="0" y="0"/>
                        </a:moveTo>
                        <a:lnTo>
                          <a:pt x="41910" y="0"/>
                        </a:lnTo>
                        <a:lnTo>
                          <a:pt x="41910" y="41910"/>
                        </a:lnTo>
                        <a:lnTo>
                          <a:pt x="0" y="41910"/>
                        </a:lnTo>
                        <a:close/>
                      </a:path>
                    </a:pathLst>
                  </a:custGeom>
                  <a:solidFill>
                    <a:schemeClr val="dk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 dirty="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223" name="Google Shape;223;p11"/>
                <p:cNvGrpSpPr/>
                <p:nvPr/>
              </p:nvGrpSpPr>
              <p:grpSpPr>
                <a:xfrm>
                  <a:off x="9097899" y="1247298"/>
                  <a:ext cx="780287" cy="41910"/>
                  <a:chOff x="9097899" y="1247298"/>
                  <a:chExt cx="780287" cy="41910"/>
                </a:xfrm>
              </p:grpSpPr>
              <p:sp>
                <p:nvSpPr>
                  <p:cNvPr id="224" name="Google Shape;224;p11"/>
                  <p:cNvSpPr/>
                  <p:nvPr/>
                </p:nvSpPr>
                <p:spPr>
                  <a:xfrm>
                    <a:off x="9097899" y="1247298"/>
                    <a:ext cx="41909" cy="4191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41909" h="41910" extrusionOk="0">
                        <a:moveTo>
                          <a:pt x="0" y="0"/>
                        </a:moveTo>
                        <a:lnTo>
                          <a:pt x="41910" y="0"/>
                        </a:lnTo>
                        <a:lnTo>
                          <a:pt x="41910" y="41910"/>
                        </a:lnTo>
                        <a:lnTo>
                          <a:pt x="0" y="41910"/>
                        </a:lnTo>
                        <a:close/>
                      </a:path>
                    </a:pathLst>
                  </a:custGeom>
                  <a:solidFill>
                    <a:schemeClr val="dk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 dirty="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25" name="Google Shape;225;p11"/>
                  <p:cNvSpPr/>
                  <p:nvPr/>
                </p:nvSpPr>
                <p:spPr>
                  <a:xfrm>
                    <a:off x="9836277" y="1247298"/>
                    <a:ext cx="41909" cy="4191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41909" h="41910" extrusionOk="0">
                        <a:moveTo>
                          <a:pt x="0" y="0"/>
                        </a:moveTo>
                        <a:lnTo>
                          <a:pt x="41910" y="0"/>
                        </a:lnTo>
                        <a:lnTo>
                          <a:pt x="41910" y="41910"/>
                        </a:lnTo>
                        <a:lnTo>
                          <a:pt x="0" y="41910"/>
                        </a:lnTo>
                        <a:close/>
                      </a:path>
                    </a:pathLst>
                  </a:custGeom>
                  <a:solidFill>
                    <a:schemeClr val="dk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 dirty="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226" name="Google Shape;226;p11"/>
                <p:cNvGrpSpPr/>
                <p:nvPr/>
              </p:nvGrpSpPr>
              <p:grpSpPr>
                <a:xfrm>
                  <a:off x="9097899" y="1701641"/>
                  <a:ext cx="780287" cy="41910"/>
                  <a:chOff x="9097899" y="1701641"/>
                  <a:chExt cx="780287" cy="41910"/>
                </a:xfrm>
              </p:grpSpPr>
              <p:sp>
                <p:nvSpPr>
                  <p:cNvPr id="227" name="Google Shape;227;p11"/>
                  <p:cNvSpPr/>
                  <p:nvPr/>
                </p:nvSpPr>
                <p:spPr>
                  <a:xfrm>
                    <a:off x="9097899" y="1701641"/>
                    <a:ext cx="41909" cy="4191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41909" h="41910" extrusionOk="0">
                        <a:moveTo>
                          <a:pt x="0" y="0"/>
                        </a:moveTo>
                        <a:lnTo>
                          <a:pt x="41910" y="0"/>
                        </a:lnTo>
                        <a:lnTo>
                          <a:pt x="41910" y="41910"/>
                        </a:lnTo>
                        <a:lnTo>
                          <a:pt x="0" y="41910"/>
                        </a:lnTo>
                        <a:close/>
                      </a:path>
                    </a:pathLst>
                  </a:custGeom>
                  <a:solidFill>
                    <a:schemeClr val="dk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 dirty="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28" name="Google Shape;228;p11"/>
                  <p:cNvSpPr/>
                  <p:nvPr/>
                </p:nvSpPr>
                <p:spPr>
                  <a:xfrm>
                    <a:off x="9467088" y="1701641"/>
                    <a:ext cx="41909" cy="4191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41909" h="41910" extrusionOk="0">
                        <a:moveTo>
                          <a:pt x="0" y="0"/>
                        </a:moveTo>
                        <a:lnTo>
                          <a:pt x="41910" y="0"/>
                        </a:lnTo>
                        <a:lnTo>
                          <a:pt x="41910" y="41910"/>
                        </a:lnTo>
                        <a:lnTo>
                          <a:pt x="0" y="41910"/>
                        </a:lnTo>
                        <a:close/>
                      </a:path>
                    </a:pathLst>
                  </a:custGeom>
                  <a:solidFill>
                    <a:schemeClr val="dk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 dirty="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29" name="Google Shape;229;p11"/>
                  <p:cNvSpPr/>
                  <p:nvPr/>
                </p:nvSpPr>
                <p:spPr>
                  <a:xfrm>
                    <a:off x="9836277" y="1701641"/>
                    <a:ext cx="41909" cy="4191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41909" h="41910" extrusionOk="0">
                        <a:moveTo>
                          <a:pt x="0" y="0"/>
                        </a:moveTo>
                        <a:lnTo>
                          <a:pt x="41910" y="0"/>
                        </a:lnTo>
                        <a:lnTo>
                          <a:pt x="41910" y="41910"/>
                        </a:lnTo>
                        <a:lnTo>
                          <a:pt x="0" y="41910"/>
                        </a:lnTo>
                        <a:close/>
                      </a:path>
                    </a:pathLst>
                  </a:custGeom>
                  <a:solidFill>
                    <a:schemeClr val="dk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 dirty="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</p:grpSp>
        </p:grpSp>
        <p:grpSp>
          <p:nvGrpSpPr>
            <p:cNvPr id="230" name="Google Shape;230;p11"/>
            <p:cNvGrpSpPr/>
            <p:nvPr/>
          </p:nvGrpSpPr>
          <p:grpSpPr>
            <a:xfrm>
              <a:off x="7074117" y="956519"/>
              <a:ext cx="215826" cy="125825"/>
              <a:chOff x="9521952" y="1508283"/>
              <a:chExt cx="256508" cy="149542"/>
            </a:xfrm>
          </p:grpSpPr>
          <p:sp>
            <p:nvSpPr>
              <p:cNvPr id="231" name="Google Shape;231;p11"/>
              <p:cNvSpPr/>
              <p:nvPr/>
            </p:nvSpPr>
            <p:spPr>
              <a:xfrm>
                <a:off x="9521952" y="1508283"/>
                <a:ext cx="256508" cy="149542"/>
              </a:xfrm>
              <a:custGeom>
                <a:avLst/>
                <a:gdLst/>
                <a:ahLst/>
                <a:cxnLst/>
                <a:rect l="l" t="t" r="r" b="b"/>
                <a:pathLst>
                  <a:path w="256508" h="149542" extrusionOk="0">
                    <a:moveTo>
                      <a:pt x="218694" y="0"/>
                    </a:moveTo>
                    <a:cubicBezTo>
                      <a:pt x="239578" y="0"/>
                      <a:pt x="256508" y="16930"/>
                      <a:pt x="256508" y="37814"/>
                    </a:cubicBezTo>
                    <a:lnTo>
                      <a:pt x="256508" y="111728"/>
                    </a:lnTo>
                    <a:cubicBezTo>
                      <a:pt x="256508" y="132612"/>
                      <a:pt x="239578" y="149543"/>
                      <a:pt x="218694" y="149543"/>
                    </a:cubicBezTo>
                    <a:lnTo>
                      <a:pt x="37814" y="149543"/>
                    </a:lnTo>
                    <a:cubicBezTo>
                      <a:pt x="16930" y="149543"/>
                      <a:pt x="1" y="132612"/>
                      <a:pt x="1" y="111728"/>
                    </a:cubicBezTo>
                    <a:lnTo>
                      <a:pt x="1" y="37814"/>
                    </a:lnTo>
                    <a:cubicBezTo>
                      <a:pt x="1" y="16930"/>
                      <a:pt x="16930" y="0"/>
                      <a:pt x="37814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grpSp>
            <p:nvGrpSpPr>
              <p:cNvPr id="232" name="Google Shape;232;p11"/>
              <p:cNvGrpSpPr/>
              <p:nvPr/>
            </p:nvGrpSpPr>
            <p:grpSpPr>
              <a:xfrm>
                <a:off x="9556578" y="1534618"/>
                <a:ext cx="183763" cy="98921"/>
                <a:chOff x="9556578" y="1534618"/>
                <a:chExt cx="183763" cy="98921"/>
              </a:xfrm>
            </p:grpSpPr>
            <p:grpSp>
              <p:nvGrpSpPr>
                <p:cNvPr id="233" name="Google Shape;233;p11"/>
                <p:cNvGrpSpPr/>
                <p:nvPr/>
              </p:nvGrpSpPr>
              <p:grpSpPr>
                <a:xfrm>
                  <a:off x="9645396" y="1536115"/>
                  <a:ext cx="94945" cy="94946"/>
                  <a:chOff x="9645396" y="1536115"/>
                  <a:chExt cx="94945" cy="94946"/>
                </a:xfrm>
              </p:grpSpPr>
              <p:sp>
                <p:nvSpPr>
                  <p:cNvPr id="234" name="Google Shape;234;p11"/>
                  <p:cNvSpPr/>
                  <p:nvPr/>
                </p:nvSpPr>
                <p:spPr>
                  <a:xfrm>
                    <a:off x="9645396" y="1588389"/>
                    <a:ext cx="42671" cy="42672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42671" h="42672" extrusionOk="0">
                        <a:moveTo>
                          <a:pt x="16764" y="31147"/>
                        </a:moveTo>
                        <a:lnTo>
                          <a:pt x="42672" y="5144"/>
                        </a:lnTo>
                        <a:lnTo>
                          <a:pt x="37529" y="0"/>
                        </a:lnTo>
                        <a:lnTo>
                          <a:pt x="11525" y="25908"/>
                        </a:lnTo>
                        <a:lnTo>
                          <a:pt x="6382" y="28765"/>
                        </a:lnTo>
                        <a:lnTo>
                          <a:pt x="0" y="38576"/>
                        </a:lnTo>
                        <a:lnTo>
                          <a:pt x="4096" y="42672"/>
                        </a:lnTo>
                        <a:lnTo>
                          <a:pt x="13906" y="36290"/>
                        </a:lnTo>
                        <a:lnTo>
                          <a:pt x="16764" y="31147"/>
                        </a:ln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 dirty="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35" name="Google Shape;235;p11"/>
                  <p:cNvSpPr/>
                  <p:nvPr/>
                </p:nvSpPr>
                <p:spPr>
                  <a:xfrm>
                    <a:off x="9674923" y="1536115"/>
                    <a:ext cx="65418" cy="65418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65418" h="65418" extrusionOk="0">
                        <a:moveTo>
                          <a:pt x="36576" y="54845"/>
                        </a:moveTo>
                        <a:lnTo>
                          <a:pt x="63246" y="28175"/>
                        </a:lnTo>
                        <a:cubicBezTo>
                          <a:pt x="64008" y="27413"/>
                          <a:pt x="64484" y="26461"/>
                          <a:pt x="64770" y="25413"/>
                        </a:cubicBezTo>
                        <a:cubicBezTo>
                          <a:pt x="65627" y="21794"/>
                          <a:pt x="66866" y="13602"/>
                          <a:pt x="59341" y="6077"/>
                        </a:cubicBezTo>
                        <a:cubicBezTo>
                          <a:pt x="51816" y="-1447"/>
                          <a:pt x="43625" y="-209"/>
                          <a:pt x="40005" y="648"/>
                        </a:cubicBezTo>
                        <a:cubicBezTo>
                          <a:pt x="38958" y="934"/>
                          <a:pt x="38005" y="1410"/>
                          <a:pt x="37243" y="2172"/>
                        </a:cubicBezTo>
                        <a:lnTo>
                          <a:pt x="10573" y="28842"/>
                        </a:lnTo>
                        <a:cubicBezTo>
                          <a:pt x="14669" y="32938"/>
                          <a:pt x="14669" y="39701"/>
                          <a:pt x="10573" y="43796"/>
                        </a:cubicBezTo>
                        <a:lnTo>
                          <a:pt x="8287" y="46082"/>
                        </a:lnTo>
                        <a:lnTo>
                          <a:pt x="4286" y="42082"/>
                        </a:lnTo>
                        <a:lnTo>
                          <a:pt x="0" y="46368"/>
                        </a:lnTo>
                        <a:lnTo>
                          <a:pt x="19050" y="65418"/>
                        </a:lnTo>
                        <a:lnTo>
                          <a:pt x="23336" y="61132"/>
                        </a:lnTo>
                        <a:lnTo>
                          <a:pt x="19336" y="57131"/>
                        </a:lnTo>
                        <a:lnTo>
                          <a:pt x="21622" y="54845"/>
                        </a:lnTo>
                        <a:cubicBezTo>
                          <a:pt x="25718" y="50750"/>
                          <a:pt x="32481" y="50750"/>
                          <a:pt x="36576" y="54845"/>
                        </a:cubicBez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 dirty="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236" name="Google Shape;236;p11"/>
                <p:cNvGrpSpPr/>
                <p:nvPr/>
              </p:nvGrpSpPr>
              <p:grpSpPr>
                <a:xfrm>
                  <a:off x="9556578" y="1534618"/>
                  <a:ext cx="98773" cy="98921"/>
                  <a:chOff x="9556578" y="1534618"/>
                  <a:chExt cx="98773" cy="98921"/>
                </a:xfrm>
              </p:grpSpPr>
              <p:sp>
                <p:nvSpPr>
                  <p:cNvPr id="237" name="Google Shape;237;p11"/>
                  <p:cNvSpPr/>
                  <p:nvPr/>
                </p:nvSpPr>
                <p:spPr>
                  <a:xfrm>
                    <a:off x="9556578" y="1534618"/>
                    <a:ext cx="98773" cy="98921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98773" h="98921" extrusionOk="0">
                        <a:moveTo>
                          <a:pt x="40717" y="72440"/>
                        </a:moveTo>
                        <a:lnTo>
                          <a:pt x="72244" y="40912"/>
                        </a:lnTo>
                        <a:cubicBezTo>
                          <a:pt x="74149" y="39007"/>
                          <a:pt x="76721" y="38054"/>
                          <a:pt x="79388" y="38054"/>
                        </a:cubicBezTo>
                        <a:cubicBezTo>
                          <a:pt x="84341" y="38150"/>
                          <a:pt x="89389" y="36340"/>
                          <a:pt x="93199" y="32530"/>
                        </a:cubicBezTo>
                        <a:cubicBezTo>
                          <a:pt x="98247" y="27482"/>
                          <a:pt x="99866" y="20243"/>
                          <a:pt x="98057" y="13766"/>
                        </a:cubicBezTo>
                        <a:lnTo>
                          <a:pt x="88722" y="23100"/>
                        </a:lnTo>
                        <a:lnTo>
                          <a:pt x="78435" y="20338"/>
                        </a:lnTo>
                        <a:lnTo>
                          <a:pt x="75673" y="10051"/>
                        </a:lnTo>
                        <a:lnTo>
                          <a:pt x="85007" y="716"/>
                        </a:lnTo>
                        <a:cubicBezTo>
                          <a:pt x="78626" y="-1093"/>
                          <a:pt x="71482" y="526"/>
                          <a:pt x="66434" y="5574"/>
                        </a:cubicBezTo>
                        <a:cubicBezTo>
                          <a:pt x="62624" y="9384"/>
                          <a:pt x="60814" y="14432"/>
                          <a:pt x="60909" y="19385"/>
                        </a:cubicBezTo>
                        <a:cubicBezTo>
                          <a:pt x="60909" y="22052"/>
                          <a:pt x="59957" y="24624"/>
                          <a:pt x="58052" y="26529"/>
                        </a:cubicBezTo>
                        <a:lnTo>
                          <a:pt x="26524" y="58057"/>
                        </a:lnTo>
                        <a:cubicBezTo>
                          <a:pt x="24619" y="59962"/>
                          <a:pt x="22047" y="60914"/>
                          <a:pt x="19380" y="60914"/>
                        </a:cubicBezTo>
                        <a:cubicBezTo>
                          <a:pt x="14427" y="60819"/>
                          <a:pt x="9379" y="62629"/>
                          <a:pt x="5569" y="66439"/>
                        </a:cubicBezTo>
                        <a:cubicBezTo>
                          <a:pt x="-2146" y="74154"/>
                          <a:pt x="-1861" y="86918"/>
                          <a:pt x="6522" y="94252"/>
                        </a:cubicBezTo>
                        <a:cubicBezTo>
                          <a:pt x="13761" y="100634"/>
                          <a:pt x="24905" y="100443"/>
                          <a:pt x="32048" y="93871"/>
                        </a:cubicBezTo>
                        <a:cubicBezTo>
                          <a:pt x="36239" y="89966"/>
                          <a:pt x="38240" y="84632"/>
                          <a:pt x="38145" y="79393"/>
                        </a:cubicBezTo>
                        <a:cubicBezTo>
                          <a:pt x="38145" y="76821"/>
                          <a:pt x="39097" y="74249"/>
                          <a:pt x="41002" y="72440"/>
                        </a:cubicBezTo>
                        <a:close/>
                        <a:moveTo>
                          <a:pt x="16618" y="87965"/>
                        </a:moveTo>
                        <a:lnTo>
                          <a:pt x="10713" y="82060"/>
                        </a:lnTo>
                        <a:lnTo>
                          <a:pt x="12903" y="73964"/>
                        </a:lnTo>
                        <a:lnTo>
                          <a:pt x="21000" y="71773"/>
                        </a:lnTo>
                        <a:lnTo>
                          <a:pt x="26905" y="77678"/>
                        </a:lnTo>
                        <a:lnTo>
                          <a:pt x="24714" y="85775"/>
                        </a:lnTo>
                        <a:lnTo>
                          <a:pt x="16618" y="87965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 dirty="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38" name="Google Shape;238;p11"/>
                  <p:cNvSpPr/>
                  <p:nvPr/>
                </p:nvSpPr>
                <p:spPr>
                  <a:xfrm>
                    <a:off x="9597270" y="1577125"/>
                    <a:ext cx="15573" cy="15573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5573" h="15573" extrusionOk="0">
                        <a:moveTo>
                          <a:pt x="786" y="14883"/>
                        </a:moveTo>
                        <a:lnTo>
                          <a:pt x="786" y="14883"/>
                        </a:lnTo>
                        <a:cubicBezTo>
                          <a:pt x="-262" y="13835"/>
                          <a:pt x="-262" y="12025"/>
                          <a:pt x="786" y="10882"/>
                        </a:cubicBezTo>
                        <a:lnTo>
                          <a:pt x="10882" y="786"/>
                        </a:lnTo>
                        <a:cubicBezTo>
                          <a:pt x="11930" y="-262"/>
                          <a:pt x="13740" y="-262"/>
                          <a:pt x="14788" y="786"/>
                        </a:cubicBezTo>
                        <a:lnTo>
                          <a:pt x="14788" y="786"/>
                        </a:lnTo>
                        <a:cubicBezTo>
                          <a:pt x="15835" y="1834"/>
                          <a:pt x="15835" y="3643"/>
                          <a:pt x="14788" y="4691"/>
                        </a:cubicBezTo>
                        <a:lnTo>
                          <a:pt x="4691" y="14788"/>
                        </a:lnTo>
                        <a:cubicBezTo>
                          <a:pt x="3643" y="15835"/>
                          <a:pt x="1834" y="15835"/>
                          <a:pt x="690" y="14788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 dirty="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</p:grpSp>
        </p:grpSp>
      </p:grp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solidFill>
          <a:srgbClr val="FFFFFF"/>
        </a:solidFill>
        <a:effectLst/>
      </p:bgPr>
    </p:bg>
    <p:spTree>
      <p:nvGrpSpPr>
        <p:cNvPr id="1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BLANK_1_1_1_1_1_1">
    <p:spTree>
      <p:nvGrpSpPr>
        <p:cNvPr id="1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13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242" name="Google Shape;242;p13"/>
          <p:cNvSpPr txBox="1">
            <a:spLocks noGrp="1"/>
          </p:cNvSpPr>
          <p:nvPr>
            <p:ph type="title" idx="2" hasCustomPrompt="1"/>
          </p:nvPr>
        </p:nvSpPr>
        <p:spPr>
          <a:xfrm>
            <a:off x="1100975" y="1203373"/>
            <a:ext cx="734700" cy="5727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243" name="Google Shape;243;p13"/>
          <p:cNvSpPr txBox="1">
            <a:spLocks noGrp="1"/>
          </p:cNvSpPr>
          <p:nvPr>
            <p:ph type="title" idx="3" hasCustomPrompt="1"/>
          </p:nvPr>
        </p:nvSpPr>
        <p:spPr>
          <a:xfrm>
            <a:off x="1100975" y="2789203"/>
            <a:ext cx="734700" cy="5727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244" name="Google Shape;244;p13"/>
          <p:cNvSpPr txBox="1">
            <a:spLocks noGrp="1"/>
          </p:cNvSpPr>
          <p:nvPr>
            <p:ph type="title" idx="4" hasCustomPrompt="1"/>
          </p:nvPr>
        </p:nvSpPr>
        <p:spPr>
          <a:xfrm>
            <a:off x="3419250" y="1203373"/>
            <a:ext cx="734700" cy="5727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245" name="Google Shape;245;p13"/>
          <p:cNvSpPr txBox="1">
            <a:spLocks noGrp="1"/>
          </p:cNvSpPr>
          <p:nvPr>
            <p:ph type="title" idx="5" hasCustomPrompt="1"/>
          </p:nvPr>
        </p:nvSpPr>
        <p:spPr>
          <a:xfrm>
            <a:off x="3419250" y="2789203"/>
            <a:ext cx="734700" cy="5727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246" name="Google Shape;246;p13"/>
          <p:cNvSpPr txBox="1">
            <a:spLocks noGrp="1"/>
          </p:cNvSpPr>
          <p:nvPr>
            <p:ph type="title" idx="6" hasCustomPrompt="1"/>
          </p:nvPr>
        </p:nvSpPr>
        <p:spPr>
          <a:xfrm>
            <a:off x="5737525" y="1203373"/>
            <a:ext cx="734700" cy="5727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247" name="Google Shape;247;p13"/>
          <p:cNvSpPr txBox="1">
            <a:spLocks noGrp="1"/>
          </p:cNvSpPr>
          <p:nvPr>
            <p:ph type="title" idx="7" hasCustomPrompt="1"/>
          </p:nvPr>
        </p:nvSpPr>
        <p:spPr>
          <a:xfrm>
            <a:off x="5737525" y="2789203"/>
            <a:ext cx="734700" cy="5727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248" name="Google Shape;248;p13"/>
          <p:cNvSpPr txBox="1">
            <a:spLocks noGrp="1"/>
          </p:cNvSpPr>
          <p:nvPr>
            <p:ph type="subTitle" idx="1"/>
          </p:nvPr>
        </p:nvSpPr>
        <p:spPr>
          <a:xfrm>
            <a:off x="1100975" y="1912475"/>
            <a:ext cx="2305500" cy="750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1800" b="1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249" name="Google Shape;249;p13"/>
          <p:cNvSpPr txBox="1">
            <a:spLocks noGrp="1"/>
          </p:cNvSpPr>
          <p:nvPr>
            <p:ph type="subTitle" idx="8"/>
          </p:nvPr>
        </p:nvSpPr>
        <p:spPr>
          <a:xfrm>
            <a:off x="3419250" y="1912475"/>
            <a:ext cx="2305500" cy="750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1800" b="1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250" name="Google Shape;250;p13"/>
          <p:cNvSpPr txBox="1">
            <a:spLocks noGrp="1"/>
          </p:cNvSpPr>
          <p:nvPr>
            <p:ph type="subTitle" idx="9"/>
          </p:nvPr>
        </p:nvSpPr>
        <p:spPr>
          <a:xfrm>
            <a:off x="5737525" y="1912475"/>
            <a:ext cx="2305500" cy="750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1800" b="1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251" name="Google Shape;251;p13"/>
          <p:cNvSpPr txBox="1">
            <a:spLocks noGrp="1"/>
          </p:cNvSpPr>
          <p:nvPr>
            <p:ph type="subTitle" idx="13"/>
          </p:nvPr>
        </p:nvSpPr>
        <p:spPr>
          <a:xfrm>
            <a:off x="1100975" y="3498350"/>
            <a:ext cx="2305500" cy="750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1800" b="1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252" name="Google Shape;252;p13"/>
          <p:cNvSpPr txBox="1">
            <a:spLocks noGrp="1"/>
          </p:cNvSpPr>
          <p:nvPr>
            <p:ph type="subTitle" idx="14"/>
          </p:nvPr>
        </p:nvSpPr>
        <p:spPr>
          <a:xfrm>
            <a:off x="3419250" y="3498350"/>
            <a:ext cx="2305500" cy="750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1800" b="1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253" name="Google Shape;253;p13"/>
          <p:cNvSpPr txBox="1">
            <a:spLocks noGrp="1"/>
          </p:cNvSpPr>
          <p:nvPr>
            <p:ph type="subTitle" idx="15"/>
          </p:nvPr>
        </p:nvSpPr>
        <p:spPr>
          <a:xfrm>
            <a:off x="5737525" y="3498350"/>
            <a:ext cx="2305500" cy="750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1800" b="1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254" name="Google Shape;254;p13"/>
          <p:cNvSpPr/>
          <p:nvPr/>
        </p:nvSpPr>
        <p:spPr>
          <a:xfrm rot="8819869" flipH="1">
            <a:off x="7035528" y="3933627"/>
            <a:ext cx="3158468" cy="2509642"/>
          </a:xfrm>
          <a:custGeom>
            <a:avLst/>
            <a:gdLst/>
            <a:ahLst/>
            <a:cxnLst/>
            <a:rect l="l" t="t" r="r" b="b"/>
            <a:pathLst>
              <a:path w="39315" h="31790" extrusionOk="0">
                <a:moveTo>
                  <a:pt x="21370" y="0"/>
                </a:moveTo>
                <a:cubicBezTo>
                  <a:pt x="19245" y="0"/>
                  <a:pt x="16609" y="420"/>
                  <a:pt x="13994" y="1929"/>
                </a:cubicBezTo>
                <a:cubicBezTo>
                  <a:pt x="8094" y="5332"/>
                  <a:pt x="5120" y="12086"/>
                  <a:pt x="2561" y="17498"/>
                </a:cubicBezTo>
                <a:cubicBezTo>
                  <a:pt x="0" y="22912"/>
                  <a:pt x="1474" y="28410"/>
                  <a:pt x="5979" y="30920"/>
                </a:cubicBezTo>
                <a:cubicBezTo>
                  <a:pt x="7113" y="31551"/>
                  <a:pt x="8155" y="31789"/>
                  <a:pt x="9181" y="31789"/>
                </a:cubicBezTo>
                <a:cubicBezTo>
                  <a:pt x="12232" y="31789"/>
                  <a:pt x="15135" y="29683"/>
                  <a:pt x="19863" y="29548"/>
                </a:cubicBezTo>
                <a:cubicBezTo>
                  <a:pt x="20630" y="29526"/>
                  <a:pt x="21329" y="29520"/>
                  <a:pt x="21975" y="29520"/>
                </a:cubicBezTo>
                <a:cubicBezTo>
                  <a:pt x="22766" y="29520"/>
                  <a:pt x="23477" y="29529"/>
                  <a:pt x="24134" y="29529"/>
                </a:cubicBezTo>
                <a:cubicBezTo>
                  <a:pt x="27359" y="29529"/>
                  <a:pt x="29297" y="29308"/>
                  <a:pt x="33123" y="26702"/>
                </a:cubicBezTo>
                <a:cubicBezTo>
                  <a:pt x="38366" y="23130"/>
                  <a:pt x="39314" y="14704"/>
                  <a:pt x="35179" y="8470"/>
                </a:cubicBezTo>
                <a:cubicBezTo>
                  <a:pt x="31041" y="2236"/>
                  <a:pt x="25903" y="663"/>
                  <a:pt x="25903" y="663"/>
                </a:cubicBezTo>
                <a:cubicBezTo>
                  <a:pt x="25903" y="663"/>
                  <a:pt x="24040" y="0"/>
                  <a:pt x="21370" y="0"/>
                </a:cubicBezTo>
                <a:close/>
              </a:path>
            </a:pathLst>
          </a:custGeom>
          <a:solidFill>
            <a:srgbClr val="000000">
              <a:alpha val="1006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55" name="Google Shape;255;p13"/>
          <p:cNvSpPr/>
          <p:nvPr/>
        </p:nvSpPr>
        <p:spPr>
          <a:xfrm rot="-3657034" flipH="1">
            <a:off x="-1336268" y="-858934"/>
            <a:ext cx="2746020" cy="1921695"/>
          </a:xfrm>
          <a:custGeom>
            <a:avLst/>
            <a:gdLst/>
            <a:ahLst/>
            <a:cxnLst/>
            <a:rect l="l" t="t" r="r" b="b"/>
            <a:pathLst>
              <a:path w="39315" h="31790" extrusionOk="0">
                <a:moveTo>
                  <a:pt x="21370" y="0"/>
                </a:moveTo>
                <a:cubicBezTo>
                  <a:pt x="19245" y="0"/>
                  <a:pt x="16609" y="420"/>
                  <a:pt x="13994" y="1929"/>
                </a:cubicBezTo>
                <a:cubicBezTo>
                  <a:pt x="8094" y="5332"/>
                  <a:pt x="5120" y="12086"/>
                  <a:pt x="2561" y="17498"/>
                </a:cubicBezTo>
                <a:cubicBezTo>
                  <a:pt x="0" y="22912"/>
                  <a:pt x="1474" y="28410"/>
                  <a:pt x="5979" y="30920"/>
                </a:cubicBezTo>
                <a:cubicBezTo>
                  <a:pt x="7113" y="31551"/>
                  <a:pt x="8155" y="31789"/>
                  <a:pt x="9181" y="31789"/>
                </a:cubicBezTo>
                <a:cubicBezTo>
                  <a:pt x="12232" y="31789"/>
                  <a:pt x="15135" y="29683"/>
                  <a:pt x="19863" y="29548"/>
                </a:cubicBezTo>
                <a:cubicBezTo>
                  <a:pt x="20630" y="29526"/>
                  <a:pt x="21329" y="29520"/>
                  <a:pt x="21975" y="29520"/>
                </a:cubicBezTo>
                <a:cubicBezTo>
                  <a:pt x="22766" y="29520"/>
                  <a:pt x="23477" y="29529"/>
                  <a:pt x="24134" y="29529"/>
                </a:cubicBezTo>
                <a:cubicBezTo>
                  <a:pt x="27359" y="29529"/>
                  <a:pt x="29297" y="29308"/>
                  <a:pt x="33123" y="26702"/>
                </a:cubicBezTo>
                <a:cubicBezTo>
                  <a:pt x="38366" y="23130"/>
                  <a:pt x="39314" y="14704"/>
                  <a:pt x="35179" y="8470"/>
                </a:cubicBezTo>
                <a:cubicBezTo>
                  <a:pt x="31041" y="2236"/>
                  <a:pt x="25903" y="663"/>
                  <a:pt x="25903" y="663"/>
                </a:cubicBezTo>
                <a:cubicBezTo>
                  <a:pt x="25903" y="663"/>
                  <a:pt x="24040" y="0"/>
                  <a:pt x="21370" y="0"/>
                </a:cubicBezTo>
                <a:close/>
              </a:path>
            </a:pathLst>
          </a:custGeom>
          <a:solidFill>
            <a:srgbClr val="000000">
              <a:alpha val="1006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grpSp>
        <p:nvGrpSpPr>
          <p:cNvPr id="256" name="Google Shape;256;p13"/>
          <p:cNvGrpSpPr/>
          <p:nvPr/>
        </p:nvGrpSpPr>
        <p:grpSpPr>
          <a:xfrm>
            <a:off x="8114970" y="266839"/>
            <a:ext cx="829992" cy="750888"/>
            <a:chOff x="8114596" y="445039"/>
            <a:chExt cx="633002" cy="572716"/>
          </a:xfrm>
        </p:grpSpPr>
        <p:grpSp>
          <p:nvGrpSpPr>
            <p:cNvPr id="257" name="Google Shape;257;p13"/>
            <p:cNvGrpSpPr/>
            <p:nvPr/>
          </p:nvGrpSpPr>
          <p:grpSpPr>
            <a:xfrm>
              <a:off x="8114596" y="445039"/>
              <a:ext cx="633002" cy="572716"/>
              <a:chOff x="7189660" y="520827"/>
              <a:chExt cx="598074" cy="541115"/>
            </a:xfrm>
          </p:grpSpPr>
          <p:sp>
            <p:nvSpPr>
              <p:cNvPr id="258" name="Google Shape;258;p13"/>
              <p:cNvSpPr/>
              <p:nvPr/>
            </p:nvSpPr>
            <p:spPr>
              <a:xfrm>
                <a:off x="7189660" y="520827"/>
                <a:ext cx="598074" cy="541115"/>
              </a:xfrm>
              <a:custGeom>
                <a:avLst/>
                <a:gdLst/>
                <a:ahLst/>
                <a:cxnLst/>
                <a:rect l="l" t="t" r="r" b="b"/>
                <a:pathLst>
                  <a:path w="598074" h="541115" extrusionOk="0">
                    <a:moveTo>
                      <a:pt x="557022" y="0"/>
                    </a:moveTo>
                    <a:cubicBezTo>
                      <a:pt x="579695" y="0"/>
                      <a:pt x="598075" y="18380"/>
                      <a:pt x="598075" y="41053"/>
                    </a:cubicBezTo>
                    <a:lnTo>
                      <a:pt x="598075" y="500063"/>
                    </a:lnTo>
                    <a:cubicBezTo>
                      <a:pt x="598075" y="522735"/>
                      <a:pt x="579695" y="541115"/>
                      <a:pt x="557022" y="541115"/>
                    </a:cubicBezTo>
                    <a:lnTo>
                      <a:pt x="41053" y="541115"/>
                    </a:lnTo>
                    <a:cubicBezTo>
                      <a:pt x="18380" y="541115"/>
                      <a:pt x="0" y="522735"/>
                      <a:pt x="0" y="500063"/>
                    </a:cubicBezTo>
                    <a:lnTo>
                      <a:pt x="0" y="41053"/>
                    </a:lnTo>
                    <a:cubicBezTo>
                      <a:pt x="0" y="18380"/>
                      <a:pt x="18380" y="0"/>
                      <a:pt x="41053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grpSp>
            <p:nvGrpSpPr>
              <p:cNvPr id="259" name="Google Shape;259;p13"/>
              <p:cNvGrpSpPr/>
              <p:nvPr/>
            </p:nvGrpSpPr>
            <p:grpSpPr>
              <a:xfrm>
                <a:off x="7579137" y="551973"/>
                <a:ext cx="164782" cy="41529"/>
                <a:chOff x="7579137" y="551973"/>
                <a:chExt cx="164782" cy="41529"/>
              </a:xfrm>
            </p:grpSpPr>
            <p:sp>
              <p:nvSpPr>
                <p:cNvPr id="260" name="Google Shape;260;p13"/>
                <p:cNvSpPr/>
                <p:nvPr/>
              </p:nvSpPr>
              <p:spPr>
                <a:xfrm>
                  <a:off x="7702391" y="551973"/>
                  <a:ext cx="41528" cy="415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1528" h="41529" extrusionOk="0">
                      <a:moveTo>
                        <a:pt x="41529" y="20765"/>
                      </a:moveTo>
                      <a:cubicBezTo>
                        <a:pt x="41529" y="32290"/>
                        <a:pt x="32195" y="41529"/>
                        <a:pt x="20764" y="41529"/>
                      </a:cubicBezTo>
                      <a:cubicBezTo>
                        <a:pt x="9334" y="41529"/>
                        <a:pt x="0" y="32195"/>
                        <a:pt x="0" y="20765"/>
                      </a:cubicBezTo>
                      <a:cubicBezTo>
                        <a:pt x="0" y="9335"/>
                        <a:pt x="9334" y="0"/>
                        <a:pt x="20764" y="0"/>
                      </a:cubicBezTo>
                      <a:cubicBezTo>
                        <a:pt x="32195" y="0"/>
                        <a:pt x="41529" y="9335"/>
                        <a:pt x="41529" y="20765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61" name="Google Shape;261;p13"/>
                <p:cNvSpPr/>
                <p:nvPr/>
              </p:nvSpPr>
              <p:spPr>
                <a:xfrm>
                  <a:off x="7640764" y="551973"/>
                  <a:ext cx="41528" cy="415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1528" h="41529" extrusionOk="0">
                      <a:moveTo>
                        <a:pt x="41529" y="20765"/>
                      </a:moveTo>
                      <a:cubicBezTo>
                        <a:pt x="41529" y="32290"/>
                        <a:pt x="32195" y="41529"/>
                        <a:pt x="20764" y="41529"/>
                      </a:cubicBezTo>
                      <a:cubicBezTo>
                        <a:pt x="9334" y="41529"/>
                        <a:pt x="0" y="32195"/>
                        <a:pt x="0" y="20765"/>
                      </a:cubicBezTo>
                      <a:cubicBezTo>
                        <a:pt x="0" y="9335"/>
                        <a:pt x="9334" y="0"/>
                        <a:pt x="20764" y="0"/>
                      </a:cubicBezTo>
                      <a:cubicBezTo>
                        <a:pt x="32195" y="0"/>
                        <a:pt x="41529" y="9335"/>
                        <a:pt x="41529" y="20765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62" name="Google Shape;262;p13"/>
                <p:cNvSpPr/>
                <p:nvPr/>
              </p:nvSpPr>
              <p:spPr>
                <a:xfrm>
                  <a:off x="7579137" y="551973"/>
                  <a:ext cx="41528" cy="415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1528" h="41529" extrusionOk="0">
                      <a:moveTo>
                        <a:pt x="41529" y="20765"/>
                      </a:moveTo>
                      <a:cubicBezTo>
                        <a:pt x="41529" y="32290"/>
                        <a:pt x="32195" y="41529"/>
                        <a:pt x="20764" y="41529"/>
                      </a:cubicBezTo>
                      <a:cubicBezTo>
                        <a:pt x="9334" y="41529"/>
                        <a:pt x="0" y="32195"/>
                        <a:pt x="0" y="20765"/>
                      </a:cubicBezTo>
                      <a:cubicBezTo>
                        <a:pt x="0" y="9335"/>
                        <a:pt x="9334" y="0"/>
                        <a:pt x="20764" y="0"/>
                      </a:cubicBezTo>
                      <a:cubicBezTo>
                        <a:pt x="32195" y="0"/>
                        <a:pt x="41529" y="9335"/>
                        <a:pt x="41529" y="20765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</p:grpSp>
        <p:grpSp>
          <p:nvGrpSpPr>
            <p:cNvPr id="263" name="Google Shape;263;p13"/>
            <p:cNvGrpSpPr/>
            <p:nvPr/>
          </p:nvGrpSpPr>
          <p:grpSpPr>
            <a:xfrm>
              <a:off x="8184962" y="619646"/>
              <a:ext cx="498115" cy="257273"/>
              <a:chOff x="7256144" y="685800"/>
              <a:chExt cx="470630" cy="243077"/>
            </a:xfrm>
          </p:grpSpPr>
          <p:sp>
            <p:nvSpPr>
              <p:cNvPr id="264" name="Google Shape;264;p13"/>
              <p:cNvSpPr/>
              <p:nvPr/>
            </p:nvSpPr>
            <p:spPr>
              <a:xfrm>
                <a:off x="7256144" y="694753"/>
                <a:ext cx="218503" cy="218217"/>
              </a:xfrm>
              <a:custGeom>
                <a:avLst/>
                <a:gdLst/>
                <a:ahLst/>
                <a:cxnLst/>
                <a:rect l="l" t="t" r="r" b="b"/>
                <a:pathLst>
                  <a:path w="218503" h="218217" extrusionOk="0">
                    <a:moveTo>
                      <a:pt x="216598" y="129540"/>
                    </a:moveTo>
                    <a:cubicBezTo>
                      <a:pt x="217837" y="122968"/>
                      <a:pt x="218504" y="116110"/>
                      <a:pt x="218504" y="109156"/>
                    </a:cubicBezTo>
                    <a:cubicBezTo>
                      <a:pt x="218504" y="102203"/>
                      <a:pt x="217837" y="95440"/>
                      <a:pt x="216598" y="88773"/>
                    </a:cubicBezTo>
                    <a:lnTo>
                      <a:pt x="181261" y="88773"/>
                    </a:lnTo>
                    <a:cubicBezTo>
                      <a:pt x="179641" y="83058"/>
                      <a:pt x="177451" y="77724"/>
                      <a:pt x="174593" y="72676"/>
                    </a:cubicBezTo>
                    <a:lnTo>
                      <a:pt x="199549" y="47720"/>
                    </a:lnTo>
                    <a:cubicBezTo>
                      <a:pt x="191834" y="36385"/>
                      <a:pt x="182118" y="26670"/>
                      <a:pt x="170783" y="18955"/>
                    </a:cubicBezTo>
                    <a:lnTo>
                      <a:pt x="145732" y="44005"/>
                    </a:lnTo>
                    <a:cubicBezTo>
                      <a:pt x="140684" y="41148"/>
                      <a:pt x="135255" y="38957"/>
                      <a:pt x="129635" y="37338"/>
                    </a:cubicBezTo>
                    <a:lnTo>
                      <a:pt x="129635" y="1905"/>
                    </a:lnTo>
                    <a:cubicBezTo>
                      <a:pt x="123063" y="667"/>
                      <a:pt x="116205" y="0"/>
                      <a:pt x="109252" y="0"/>
                    </a:cubicBezTo>
                    <a:cubicBezTo>
                      <a:pt x="102298" y="0"/>
                      <a:pt x="95536" y="667"/>
                      <a:pt x="88868" y="1905"/>
                    </a:cubicBezTo>
                    <a:lnTo>
                      <a:pt x="88868" y="37338"/>
                    </a:lnTo>
                    <a:cubicBezTo>
                      <a:pt x="83154" y="38957"/>
                      <a:pt x="77819" y="41148"/>
                      <a:pt x="72771" y="44005"/>
                    </a:cubicBezTo>
                    <a:lnTo>
                      <a:pt x="47720" y="18955"/>
                    </a:lnTo>
                    <a:cubicBezTo>
                      <a:pt x="36386" y="26670"/>
                      <a:pt x="26670" y="36481"/>
                      <a:pt x="18955" y="47720"/>
                    </a:cubicBezTo>
                    <a:lnTo>
                      <a:pt x="43910" y="72676"/>
                    </a:lnTo>
                    <a:cubicBezTo>
                      <a:pt x="41053" y="77724"/>
                      <a:pt x="38862" y="83153"/>
                      <a:pt x="37243" y="88773"/>
                    </a:cubicBezTo>
                    <a:lnTo>
                      <a:pt x="1905" y="88773"/>
                    </a:lnTo>
                    <a:cubicBezTo>
                      <a:pt x="667" y="95345"/>
                      <a:pt x="0" y="102203"/>
                      <a:pt x="0" y="109156"/>
                    </a:cubicBezTo>
                    <a:cubicBezTo>
                      <a:pt x="0" y="116110"/>
                      <a:pt x="667" y="122873"/>
                      <a:pt x="1905" y="129540"/>
                    </a:cubicBezTo>
                    <a:lnTo>
                      <a:pt x="37243" y="129540"/>
                    </a:lnTo>
                    <a:cubicBezTo>
                      <a:pt x="38862" y="135255"/>
                      <a:pt x="41053" y="140589"/>
                      <a:pt x="43910" y="145637"/>
                    </a:cubicBezTo>
                    <a:lnTo>
                      <a:pt x="18955" y="170593"/>
                    </a:lnTo>
                    <a:cubicBezTo>
                      <a:pt x="26670" y="181928"/>
                      <a:pt x="36386" y="191643"/>
                      <a:pt x="47720" y="199358"/>
                    </a:cubicBezTo>
                    <a:lnTo>
                      <a:pt x="72771" y="174308"/>
                    </a:lnTo>
                    <a:cubicBezTo>
                      <a:pt x="77819" y="177165"/>
                      <a:pt x="83248" y="179356"/>
                      <a:pt x="88868" y="180975"/>
                    </a:cubicBezTo>
                    <a:lnTo>
                      <a:pt x="88868" y="216313"/>
                    </a:lnTo>
                    <a:cubicBezTo>
                      <a:pt x="95441" y="217551"/>
                      <a:pt x="102298" y="218218"/>
                      <a:pt x="109252" y="218218"/>
                    </a:cubicBezTo>
                    <a:cubicBezTo>
                      <a:pt x="116205" y="218218"/>
                      <a:pt x="122968" y="217551"/>
                      <a:pt x="129635" y="216313"/>
                    </a:cubicBezTo>
                    <a:lnTo>
                      <a:pt x="129635" y="180975"/>
                    </a:lnTo>
                    <a:cubicBezTo>
                      <a:pt x="135350" y="179356"/>
                      <a:pt x="140684" y="177070"/>
                      <a:pt x="145732" y="174308"/>
                    </a:cubicBezTo>
                    <a:lnTo>
                      <a:pt x="170783" y="199358"/>
                    </a:lnTo>
                    <a:cubicBezTo>
                      <a:pt x="182118" y="191643"/>
                      <a:pt x="191834" y="181928"/>
                      <a:pt x="199549" y="170593"/>
                    </a:cubicBezTo>
                    <a:lnTo>
                      <a:pt x="174593" y="145542"/>
                    </a:lnTo>
                    <a:cubicBezTo>
                      <a:pt x="177451" y="140494"/>
                      <a:pt x="179641" y="135064"/>
                      <a:pt x="181261" y="129445"/>
                    </a:cubicBezTo>
                    <a:lnTo>
                      <a:pt x="216598" y="129445"/>
                    </a:lnTo>
                    <a:close/>
                    <a:moveTo>
                      <a:pt x="109252" y="131255"/>
                    </a:moveTo>
                    <a:cubicBezTo>
                      <a:pt x="97060" y="131255"/>
                      <a:pt x="87249" y="121349"/>
                      <a:pt x="87249" y="109252"/>
                    </a:cubicBezTo>
                    <a:cubicBezTo>
                      <a:pt x="87249" y="97155"/>
                      <a:pt x="97155" y="87249"/>
                      <a:pt x="109252" y="87249"/>
                    </a:cubicBezTo>
                    <a:cubicBezTo>
                      <a:pt x="121348" y="87249"/>
                      <a:pt x="131255" y="97155"/>
                      <a:pt x="131255" y="109252"/>
                    </a:cubicBezTo>
                    <a:cubicBezTo>
                      <a:pt x="131255" y="121349"/>
                      <a:pt x="121348" y="131255"/>
                      <a:pt x="109252" y="131255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grpSp>
            <p:nvGrpSpPr>
              <p:cNvPr id="265" name="Google Shape;265;p13"/>
              <p:cNvGrpSpPr/>
              <p:nvPr/>
            </p:nvGrpSpPr>
            <p:grpSpPr>
              <a:xfrm>
                <a:off x="7512843" y="685800"/>
                <a:ext cx="213931" cy="243077"/>
                <a:chOff x="7512843" y="685800"/>
                <a:chExt cx="213931" cy="243077"/>
              </a:xfrm>
            </p:grpSpPr>
            <p:grpSp>
              <p:nvGrpSpPr>
                <p:cNvPr id="266" name="Google Shape;266;p13"/>
                <p:cNvGrpSpPr/>
                <p:nvPr/>
              </p:nvGrpSpPr>
              <p:grpSpPr>
                <a:xfrm>
                  <a:off x="7512843" y="836580"/>
                  <a:ext cx="213931" cy="92297"/>
                  <a:chOff x="7512843" y="836580"/>
                  <a:chExt cx="213931" cy="92297"/>
                </a:xfrm>
              </p:grpSpPr>
              <p:sp>
                <p:nvSpPr>
                  <p:cNvPr id="267" name="Google Shape;267;p13"/>
                  <p:cNvSpPr/>
                  <p:nvPr/>
                </p:nvSpPr>
                <p:spPr>
                  <a:xfrm>
                    <a:off x="7512843" y="856011"/>
                    <a:ext cx="213931" cy="72866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13931" h="72866" extrusionOk="0">
                        <a:moveTo>
                          <a:pt x="0" y="0"/>
                        </a:moveTo>
                        <a:lnTo>
                          <a:pt x="0" y="53435"/>
                        </a:lnTo>
                        <a:cubicBezTo>
                          <a:pt x="0" y="64199"/>
                          <a:pt x="47911" y="72866"/>
                          <a:pt x="106966" y="72866"/>
                        </a:cubicBezTo>
                        <a:cubicBezTo>
                          <a:pt x="166021" y="72866"/>
                          <a:pt x="213932" y="64199"/>
                          <a:pt x="213932" y="53435"/>
                        </a:cubicBezTo>
                        <a:lnTo>
                          <a:pt x="213932" y="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 dirty="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68" name="Google Shape;268;p13"/>
                  <p:cNvSpPr/>
                  <p:nvPr/>
                </p:nvSpPr>
                <p:spPr>
                  <a:xfrm>
                    <a:off x="7512843" y="836580"/>
                    <a:ext cx="213931" cy="38861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13931" h="38861" extrusionOk="0">
                        <a:moveTo>
                          <a:pt x="213932" y="19431"/>
                        </a:moveTo>
                        <a:cubicBezTo>
                          <a:pt x="213932" y="30162"/>
                          <a:pt x="166042" y="38862"/>
                          <a:pt x="106966" y="38862"/>
                        </a:cubicBezTo>
                        <a:cubicBezTo>
                          <a:pt x="47891" y="38862"/>
                          <a:pt x="1" y="30162"/>
                          <a:pt x="1" y="19431"/>
                        </a:cubicBezTo>
                        <a:cubicBezTo>
                          <a:pt x="1" y="8700"/>
                          <a:pt x="47891" y="0"/>
                          <a:pt x="106966" y="0"/>
                        </a:cubicBezTo>
                        <a:cubicBezTo>
                          <a:pt x="166042" y="0"/>
                          <a:pt x="213932" y="8700"/>
                          <a:pt x="213932" y="19431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 dirty="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269" name="Google Shape;269;p13"/>
                <p:cNvGrpSpPr/>
                <p:nvPr/>
              </p:nvGrpSpPr>
              <p:grpSpPr>
                <a:xfrm>
                  <a:off x="7512843" y="761238"/>
                  <a:ext cx="213931" cy="92296"/>
                  <a:chOff x="7512843" y="761238"/>
                  <a:chExt cx="213931" cy="92296"/>
                </a:xfrm>
              </p:grpSpPr>
              <p:sp>
                <p:nvSpPr>
                  <p:cNvPr id="270" name="Google Shape;270;p13"/>
                  <p:cNvSpPr/>
                  <p:nvPr/>
                </p:nvSpPr>
                <p:spPr>
                  <a:xfrm>
                    <a:off x="7512843" y="780668"/>
                    <a:ext cx="213931" cy="72866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13931" h="72866" extrusionOk="0">
                        <a:moveTo>
                          <a:pt x="0" y="0"/>
                        </a:moveTo>
                        <a:lnTo>
                          <a:pt x="0" y="53435"/>
                        </a:lnTo>
                        <a:cubicBezTo>
                          <a:pt x="0" y="64199"/>
                          <a:pt x="47911" y="72866"/>
                          <a:pt x="106966" y="72866"/>
                        </a:cubicBezTo>
                        <a:cubicBezTo>
                          <a:pt x="166021" y="72866"/>
                          <a:pt x="213932" y="64199"/>
                          <a:pt x="213932" y="53435"/>
                        </a:cubicBezTo>
                        <a:lnTo>
                          <a:pt x="213932" y="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 dirty="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71" name="Google Shape;271;p13"/>
                  <p:cNvSpPr/>
                  <p:nvPr/>
                </p:nvSpPr>
                <p:spPr>
                  <a:xfrm>
                    <a:off x="7512843" y="761238"/>
                    <a:ext cx="213931" cy="38861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13931" h="38861" extrusionOk="0">
                        <a:moveTo>
                          <a:pt x="213932" y="19431"/>
                        </a:moveTo>
                        <a:cubicBezTo>
                          <a:pt x="213932" y="30162"/>
                          <a:pt x="166042" y="38862"/>
                          <a:pt x="106966" y="38862"/>
                        </a:cubicBezTo>
                        <a:cubicBezTo>
                          <a:pt x="47891" y="38862"/>
                          <a:pt x="1" y="30162"/>
                          <a:pt x="1" y="19431"/>
                        </a:cubicBezTo>
                        <a:cubicBezTo>
                          <a:pt x="1" y="8700"/>
                          <a:pt x="47891" y="0"/>
                          <a:pt x="106966" y="0"/>
                        </a:cubicBezTo>
                        <a:cubicBezTo>
                          <a:pt x="166042" y="0"/>
                          <a:pt x="213932" y="8700"/>
                          <a:pt x="213932" y="19431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 dirty="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272" name="Google Shape;272;p13"/>
                <p:cNvGrpSpPr/>
                <p:nvPr/>
              </p:nvGrpSpPr>
              <p:grpSpPr>
                <a:xfrm>
                  <a:off x="7512843" y="685800"/>
                  <a:ext cx="213931" cy="92297"/>
                  <a:chOff x="7512843" y="685800"/>
                  <a:chExt cx="213931" cy="92297"/>
                </a:xfrm>
              </p:grpSpPr>
              <p:sp>
                <p:nvSpPr>
                  <p:cNvPr id="273" name="Google Shape;273;p13"/>
                  <p:cNvSpPr/>
                  <p:nvPr/>
                </p:nvSpPr>
                <p:spPr>
                  <a:xfrm>
                    <a:off x="7512843" y="705231"/>
                    <a:ext cx="213931" cy="72866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13931" h="72866" extrusionOk="0">
                        <a:moveTo>
                          <a:pt x="0" y="0"/>
                        </a:moveTo>
                        <a:lnTo>
                          <a:pt x="0" y="53435"/>
                        </a:lnTo>
                        <a:cubicBezTo>
                          <a:pt x="0" y="64198"/>
                          <a:pt x="47911" y="72866"/>
                          <a:pt x="106966" y="72866"/>
                        </a:cubicBezTo>
                        <a:cubicBezTo>
                          <a:pt x="166021" y="72866"/>
                          <a:pt x="213932" y="64198"/>
                          <a:pt x="213932" y="53435"/>
                        </a:cubicBezTo>
                        <a:lnTo>
                          <a:pt x="213932" y="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 dirty="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74" name="Google Shape;274;p13"/>
                  <p:cNvSpPr/>
                  <p:nvPr/>
                </p:nvSpPr>
                <p:spPr>
                  <a:xfrm>
                    <a:off x="7512843" y="685800"/>
                    <a:ext cx="213931" cy="38861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13931" h="38861" extrusionOk="0">
                        <a:moveTo>
                          <a:pt x="213932" y="19431"/>
                        </a:moveTo>
                        <a:cubicBezTo>
                          <a:pt x="213932" y="30162"/>
                          <a:pt x="166042" y="38862"/>
                          <a:pt x="106966" y="38862"/>
                        </a:cubicBezTo>
                        <a:cubicBezTo>
                          <a:pt x="47891" y="38862"/>
                          <a:pt x="1" y="30162"/>
                          <a:pt x="1" y="19431"/>
                        </a:cubicBezTo>
                        <a:cubicBezTo>
                          <a:pt x="1" y="8700"/>
                          <a:pt x="47891" y="0"/>
                          <a:pt x="106966" y="0"/>
                        </a:cubicBezTo>
                        <a:cubicBezTo>
                          <a:pt x="166042" y="0"/>
                          <a:pt x="213932" y="8700"/>
                          <a:pt x="213932" y="19431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 dirty="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</p:grpSp>
        </p:grpSp>
      </p:grpSp>
      <p:sp>
        <p:nvSpPr>
          <p:cNvPr id="275" name="Google Shape;275;p13"/>
          <p:cNvSpPr/>
          <p:nvPr/>
        </p:nvSpPr>
        <p:spPr>
          <a:xfrm>
            <a:off x="62832" y="4828541"/>
            <a:ext cx="734045" cy="45268"/>
          </a:xfrm>
          <a:custGeom>
            <a:avLst/>
            <a:gdLst/>
            <a:ahLst/>
            <a:cxnLst/>
            <a:rect l="l" t="t" r="r" b="b"/>
            <a:pathLst>
              <a:path w="824770" h="50863" extrusionOk="0">
                <a:moveTo>
                  <a:pt x="799338" y="50863"/>
                </a:moveTo>
                <a:lnTo>
                  <a:pt x="25432" y="50863"/>
                </a:lnTo>
                <a:cubicBezTo>
                  <a:pt x="11430" y="50863"/>
                  <a:pt x="0" y="39433"/>
                  <a:pt x="0" y="25432"/>
                </a:cubicBezTo>
                <a:lnTo>
                  <a:pt x="0" y="25432"/>
                </a:lnTo>
                <a:cubicBezTo>
                  <a:pt x="0" y="11430"/>
                  <a:pt x="11430" y="0"/>
                  <a:pt x="25432" y="0"/>
                </a:cubicBezTo>
                <a:lnTo>
                  <a:pt x="799338" y="0"/>
                </a:lnTo>
                <a:cubicBezTo>
                  <a:pt x="813339" y="0"/>
                  <a:pt x="824770" y="11430"/>
                  <a:pt x="824770" y="25432"/>
                </a:cubicBezTo>
                <a:lnTo>
                  <a:pt x="824770" y="25432"/>
                </a:lnTo>
                <a:cubicBezTo>
                  <a:pt x="824770" y="39433"/>
                  <a:pt x="813339" y="50863"/>
                  <a:pt x="799338" y="50863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76" name="Google Shape;276;p13"/>
          <p:cNvGrpSpPr/>
          <p:nvPr/>
        </p:nvGrpSpPr>
        <p:grpSpPr>
          <a:xfrm>
            <a:off x="103395" y="3891186"/>
            <a:ext cx="668783" cy="959747"/>
            <a:chOff x="10519314" y="4728596"/>
            <a:chExt cx="751780" cy="1078731"/>
          </a:xfrm>
        </p:grpSpPr>
        <p:grpSp>
          <p:nvGrpSpPr>
            <p:cNvPr id="277" name="Google Shape;277;p13"/>
            <p:cNvGrpSpPr/>
            <p:nvPr/>
          </p:nvGrpSpPr>
          <p:grpSpPr>
            <a:xfrm>
              <a:off x="10519314" y="4728596"/>
              <a:ext cx="626662" cy="1078731"/>
              <a:chOff x="10519314" y="4728596"/>
              <a:chExt cx="626662" cy="1078731"/>
            </a:xfrm>
          </p:grpSpPr>
          <p:grpSp>
            <p:nvGrpSpPr>
              <p:cNvPr id="278" name="Google Shape;278;p13"/>
              <p:cNvGrpSpPr/>
              <p:nvPr/>
            </p:nvGrpSpPr>
            <p:grpSpPr>
              <a:xfrm>
                <a:off x="10903220" y="4888205"/>
                <a:ext cx="242756" cy="919122"/>
                <a:chOff x="10903220" y="4888205"/>
                <a:chExt cx="242756" cy="919122"/>
              </a:xfrm>
            </p:grpSpPr>
            <p:sp>
              <p:nvSpPr>
                <p:cNvPr id="279" name="Google Shape;279;p13"/>
                <p:cNvSpPr/>
                <p:nvPr/>
              </p:nvSpPr>
              <p:spPr>
                <a:xfrm rot="-447735">
                  <a:off x="10961814" y="4892503"/>
                  <a:ext cx="125567" cy="91052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5444" h="909637" extrusionOk="0">
                      <a:moveTo>
                        <a:pt x="0" y="0"/>
                      </a:moveTo>
                      <a:lnTo>
                        <a:pt x="125445" y="0"/>
                      </a:lnTo>
                      <a:lnTo>
                        <a:pt x="125445" y="909637"/>
                      </a:lnTo>
                      <a:lnTo>
                        <a:pt x="0" y="909637"/>
                      </a:ln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80" name="Google Shape;280;p13"/>
                <p:cNvSpPr/>
                <p:nvPr/>
              </p:nvSpPr>
              <p:spPr>
                <a:xfrm>
                  <a:off x="10952422" y="4933194"/>
                  <a:ext cx="42088" cy="4208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2088" h="42088" extrusionOk="0">
                      <a:moveTo>
                        <a:pt x="41904" y="18282"/>
                      </a:moveTo>
                      <a:cubicBezTo>
                        <a:pt x="43428" y="29807"/>
                        <a:pt x="35331" y="40380"/>
                        <a:pt x="23806" y="41904"/>
                      </a:cubicBezTo>
                      <a:cubicBezTo>
                        <a:pt x="12281" y="43428"/>
                        <a:pt x="1709" y="35332"/>
                        <a:pt x="184" y="23806"/>
                      </a:cubicBezTo>
                      <a:cubicBezTo>
                        <a:pt x="-1340" y="12281"/>
                        <a:pt x="6756" y="1708"/>
                        <a:pt x="18282" y="184"/>
                      </a:cubicBezTo>
                      <a:cubicBezTo>
                        <a:pt x="29807" y="-1340"/>
                        <a:pt x="40380" y="6757"/>
                        <a:pt x="41904" y="18282"/>
                      </a:cubicBez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81" name="Google Shape;281;p13"/>
                <p:cNvSpPr/>
                <p:nvPr/>
              </p:nvSpPr>
              <p:spPr>
                <a:xfrm>
                  <a:off x="10961186" y="5000250"/>
                  <a:ext cx="42087" cy="4208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2087" h="42087" extrusionOk="0">
                      <a:moveTo>
                        <a:pt x="41904" y="18282"/>
                      </a:moveTo>
                      <a:cubicBezTo>
                        <a:pt x="43427" y="29807"/>
                        <a:pt x="35331" y="40380"/>
                        <a:pt x="23806" y="41904"/>
                      </a:cubicBezTo>
                      <a:cubicBezTo>
                        <a:pt x="12280" y="43428"/>
                        <a:pt x="1708" y="35332"/>
                        <a:pt x="184" y="23806"/>
                      </a:cubicBezTo>
                      <a:cubicBezTo>
                        <a:pt x="-1340" y="12281"/>
                        <a:pt x="6756" y="1708"/>
                        <a:pt x="18281" y="184"/>
                      </a:cubicBezTo>
                      <a:cubicBezTo>
                        <a:pt x="29807" y="-1340"/>
                        <a:pt x="40380" y="6757"/>
                        <a:pt x="41904" y="18282"/>
                      </a:cubicBez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282" name="Google Shape;282;p13"/>
                <p:cNvGrpSpPr/>
                <p:nvPr/>
              </p:nvGrpSpPr>
              <p:grpSpPr>
                <a:xfrm>
                  <a:off x="11014221" y="5588618"/>
                  <a:ext cx="100021" cy="114784"/>
                  <a:chOff x="11014221" y="5588618"/>
                  <a:chExt cx="100021" cy="114784"/>
                </a:xfrm>
              </p:grpSpPr>
              <p:sp>
                <p:nvSpPr>
                  <p:cNvPr id="283" name="Google Shape;283;p13"/>
                  <p:cNvSpPr/>
                  <p:nvPr/>
                </p:nvSpPr>
                <p:spPr>
                  <a:xfrm rot="-447735">
                    <a:off x="11014826" y="5594269"/>
                    <a:ext cx="88001" cy="15064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87915" h="15049" extrusionOk="0">
                        <a:moveTo>
                          <a:pt x="0" y="0"/>
                        </a:moveTo>
                        <a:lnTo>
                          <a:pt x="87916" y="0"/>
                        </a:lnTo>
                        <a:lnTo>
                          <a:pt x="87916" y="15049"/>
                        </a:lnTo>
                        <a:lnTo>
                          <a:pt x="0" y="15049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 dirty="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84" name="Google Shape;284;p13"/>
                  <p:cNvSpPr/>
                  <p:nvPr/>
                </p:nvSpPr>
                <p:spPr>
                  <a:xfrm rot="-447735">
                    <a:off x="11018646" y="5623150"/>
                    <a:ext cx="88001" cy="15064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87915" h="15049" extrusionOk="0">
                        <a:moveTo>
                          <a:pt x="0" y="0"/>
                        </a:moveTo>
                        <a:lnTo>
                          <a:pt x="87916" y="0"/>
                        </a:lnTo>
                        <a:lnTo>
                          <a:pt x="87916" y="15050"/>
                        </a:lnTo>
                        <a:lnTo>
                          <a:pt x="0" y="15050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 dirty="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85" name="Google Shape;285;p13"/>
                  <p:cNvSpPr/>
                  <p:nvPr/>
                </p:nvSpPr>
                <p:spPr>
                  <a:xfrm rot="-447735">
                    <a:off x="11021820" y="5653805"/>
                    <a:ext cx="88001" cy="15064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87915" h="15049" extrusionOk="0">
                        <a:moveTo>
                          <a:pt x="0" y="0"/>
                        </a:moveTo>
                        <a:lnTo>
                          <a:pt x="87916" y="0"/>
                        </a:lnTo>
                        <a:lnTo>
                          <a:pt x="87916" y="15050"/>
                        </a:lnTo>
                        <a:lnTo>
                          <a:pt x="0" y="15050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 dirty="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86" name="Google Shape;286;p13"/>
                  <p:cNvSpPr/>
                  <p:nvPr/>
                </p:nvSpPr>
                <p:spPr>
                  <a:xfrm rot="-447735">
                    <a:off x="11025635" y="5682688"/>
                    <a:ext cx="88001" cy="15064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87915" h="15049" extrusionOk="0">
                        <a:moveTo>
                          <a:pt x="0" y="0"/>
                        </a:moveTo>
                        <a:lnTo>
                          <a:pt x="87915" y="0"/>
                        </a:lnTo>
                        <a:lnTo>
                          <a:pt x="87915" y="15050"/>
                        </a:lnTo>
                        <a:lnTo>
                          <a:pt x="0" y="15050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 dirty="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</p:grpSp>
          <p:grpSp>
            <p:nvGrpSpPr>
              <p:cNvPr id="287" name="Google Shape;287;p13"/>
              <p:cNvGrpSpPr/>
              <p:nvPr/>
            </p:nvGrpSpPr>
            <p:grpSpPr>
              <a:xfrm>
                <a:off x="10718623" y="4728596"/>
                <a:ext cx="229169" cy="1075979"/>
                <a:chOff x="10718623" y="4728596"/>
                <a:chExt cx="229169" cy="1075979"/>
              </a:xfrm>
            </p:grpSpPr>
            <p:sp>
              <p:nvSpPr>
                <p:cNvPr id="288" name="Google Shape;288;p13"/>
                <p:cNvSpPr/>
                <p:nvPr/>
              </p:nvSpPr>
              <p:spPr>
                <a:xfrm rot="-172174">
                  <a:off x="10745259" y="4732329"/>
                  <a:ext cx="175897" cy="106851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6117" h="1069848" extrusionOk="0">
                      <a:moveTo>
                        <a:pt x="0" y="0"/>
                      </a:moveTo>
                      <a:lnTo>
                        <a:pt x="176117" y="0"/>
                      </a:lnTo>
                      <a:lnTo>
                        <a:pt x="176117" y="1069848"/>
                      </a:lnTo>
                      <a:lnTo>
                        <a:pt x="0" y="1069848"/>
                      </a:ln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89" name="Google Shape;289;p13"/>
                <p:cNvSpPr/>
                <p:nvPr/>
              </p:nvSpPr>
              <p:spPr>
                <a:xfrm>
                  <a:off x="10787634" y="5182743"/>
                  <a:ext cx="87629" cy="8763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7629" h="87630" extrusionOk="0">
                      <a:moveTo>
                        <a:pt x="87630" y="43815"/>
                      </a:moveTo>
                      <a:cubicBezTo>
                        <a:pt x="87630" y="68013"/>
                        <a:pt x="68014" y="87630"/>
                        <a:pt x="43815" y="87630"/>
                      </a:cubicBezTo>
                      <a:cubicBezTo>
                        <a:pt x="19617" y="87630"/>
                        <a:pt x="1" y="68014"/>
                        <a:pt x="1" y="43815"/>
                      </a:cubicBezTo>
                      <a:cubicBezTo>
                        <a:pt x="1" y="19617"/>
                        <a:pt x="19617" y="0"/>
                        <a:pt x="43815" y="0"/>
                      </a:cubicBezTo>
                      <a:cubicBezTo>
                        <a:pt x="68014" y="0"/>
                        <a:pt x="87630" y="19616"/>
                        <a:pt x="87630" y="43815"/>
                      </a:cubicBez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290" name="Google Shape;290;p13"/>
                <p:cNvGrpSpPr/>
                <p:nvPr/>
              </p:nvGrpSpPr>
              <p:grpSpPr>
                <a:xfrm>
                  <a:off x="10765015" y="5040134"/>
                  <a:ext cx="116314" cy="49775"/>
                  <a:chOff x="10765015" y="5040134"/>
                  <a:chExt cx="116314" cy="49775"/>
                </a:xfrm>
              </p:grpSpPr>
              <p:sp>
                <p:nvSpPr>
                  <p:cNvPr id="291" name="Google Shape;291;p13"/>
                  <p:cNvSpPr/>
                  <p:nvPr/>
                </p:nvSpPr>
                <p:spPr>
                  <a:xfrm rot="-172174">
                    <a:off x="10765318" y="5042987"/>
                    <a:ext cx="114347" cy="1493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14490" h="14954" extrusionOk="0">
                        <a:moveTo>
                          <a:pt x="0" y="0"/>
                        </a:moveTo>
                        <a:lnTo>
                          <a:pt x="114490" y="0"/>
                        </a:lnTo>
                        <a:lnTo>
                          <a:pt x="114490" y="14954"/>
                        </a:lnTo>
                        <a:lnTo>
                          <a:pt x="0" y="14954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 dirty="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92" name="Google Shape;292;p13"/>
                  <p:cNvSpPr/>
                  <p:nvPr/>
                </p:nvSpPr>
                <p:spPr>
                  <a:xfrm rot="-172174">
                    <a:off x="10766681" y="5072121"/>
                    <a:ext cx="114347" cy="1493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14490" h="14954" extrusionOk="0">
                        <a:moveTo>
                          <a:pt x="0" y="0"/>
                        </a:moveTo>
                        <a:lnTo>
                          <a:pt x="114491" y="0"/>
                        </a:lnTo>
                        <a:lnTo>
                          <a:pt x="114491" y="14954"/>
                        </a:lnTo>
                        <a:lnTo>
                          <a:pt x="0" y="14954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 dirty="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293" name="Google Shape;293;p13"/>
                <p:cNvGrpSpPr/>
                <p:nvPr/>
              </p:nvGrpSpPr>
              <p:grpSpPr>
                <a:xfrm>
                  <a:off x="10784825" y="5436314"/>
                  <a:ext cx="116414" cy="49961"/>
                  <a:chOff x="10784825" y="5436314"/>
                  <a:chExt cx="116414" cy="49961"/>
                </a:xfrm>
              </p:grpSpPr>
              <p:sp>
                <p:nvSpPr>
                  <p:cNvPr id="294" name="Google Shape;294;p13"/>
                  <p:cNvSpPr/>
                  <p:nvPr/>
                </p:nvSpPr>
                <p:spPr>
                  <a:xfrm rot="-172174">
                    <a:off x="10785128" y="5439167"/>
                    <a:ext cx="114347" cy="1493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14490" h="14954" extrusionOk="0">
                        <a:moveTo>
                          <a:pt x="0" y="0"/>
                        </a:moveTo>
                        <a:lnTo>
                          <a:pt x="114491" y="0"/>
                        </a:lnTo>
                        <a:lnTo>
                          <a:pt x="114491" y="14955"/>
                        </a:lnTo>
                        <a:lnTo>
                          <a:pt x="0" y="14955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 dirty="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95" name="Google Shape;295;p13"/>
                  <p:cNvSpPr/>
                  <p:nvPr/>
                </p:nvSpPr>
                <p:spPr>
                  <a:xfrm rot="-172174">
                    <a:off x="10786591" y="5468487"/>
                    <a:ext cx="114347" cy="1493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14490" h="14954" extrusionOk="0">
                        <a:moveTo>
                          <a:pt x="0" y="0"/>
                        </a:moveTo>
                        <a:lnTo>
                          <a:pt x="114490" y="0"/>
                        </a:lnTo>
                        <a:lnTo>
                          <a:pt x="114490" y="14955"/>
                        </a:lnTo>
                        <a:lnTo>
                          <a:pt x="0" y="14955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 dirty="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</p:grpSp>
          <p:grpSp>
            <p:nvGrpSpPr>
              <p:cNvPr id="296" name="Google Shape;296;p13"/>
              <p:cNvGrpSpPr/>
              <p:nvPr/>
            </p:nvGrpSpPr>
            <p:grpSpPr>
              <a:xfrm>
                <a:off x="10519314" y="4813458"/>
                <a:ext cx="202120" cy="992123"/>
                <a:chOff x="10519314" y="4813458"/>
                <a:chExt cx="202120" cy="992123"/>
              </a:xfrm>
            </p:grpSpPr>
            <p:sp>
              <p:nvSpPr>
                <p:cNvPr id="297" name="Google Shape;297;p13"/>
                <p:cNvSpPr/>
                <p:nvPr/>
              </p:nvSpPr>
              <p:spPr>
                <a:xfrm>
                  <a:off x="10519314" y="4813458"/>
                  <a:ext cx="202120" cy="99212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2120" h="992123" extrusionOk="0">
                      <a:moveTo>
                        <a:pt x="0" y="0"/>
                      </a:moveTo>
                      <a:lnTo>
                        <a:pt x="202120" y="0"/>
                      </a:lnTo>
                      <a:lnTo>
                        <a:pt x="202120" y="992124"/>
                      </a:lnTo>
                      <a:lnTo>
                        <a:pt x="0" y="992124"/>
                      </a:ln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98" name="Google Shape;298;p13"/>
                <p:cNvSpPr/>
                <p:nvPr/>
              </p:nvSpPr>
              <p:spPr>
                <a:xfrm>
                  <a:off x="10558843" y="4891468"/>
                  <a:ext cx="123063" cy="12306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3063" h="123062" extrusionOk="0">
                      <a:moveTo>
                        <a:pt x="123063" y="61532"/>
                      </a:moveTo>
                      <a:cubicBezTo>
                        <a:pt x="123063" y="95514"/>
                        <a:pt x="95514" y="123063"/>
                        <a:pt x="61531" y="123063"/>
                      </a:cubicBezTo>
                      <a:cubicBezTo>
                        <a:pt x="27548" y="123063"/>
                        <a:pt x="-1" y="95514"/>
                        <a:pt x="-1" y="61532"/>
                      </a:cubicBezTo>
                      <a:cubicBezTo>
                        <a:pt x="-1" y="27549"/>
                        <a:pt x="27548" y="0"/>
                        <a:pt x="61531" y="0"/>
                      </a:cubicBezTo>
                      <a:cubicBezTo>
                        <a:pt x="95514" y="0"/>
                        <a:pt x="123063" y="27549"/>
                        <a:pt x="123063" y="61532"/>
                      </a:cubicBez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299" name="Google Shape;299;p13"/>
                <p:cNvGrpSpPr/>
                <p:nvPr/>
              </p:nvGrpSpPr>
              <p:grpSpPr>
                <a:xfrm>
                  <a:off x="10556176" y="5465730"/>
                  <a:ext cx="128397" cy="44196"/>
                  <a:chOff x="10556176" y="5465730"/>
                  <a:chExt cx="128397" cy="44196"/>
                </a:xfrm>
              </p:grpSpPr>
              <p:sp>
                <p:nvSpPr>
                  <p:cNvPr id="300" name="Google Shape;300;p13"/>
                  <p:cNvSpPr/>
                  <p:nvPr/>
                </p:nvSpPr>
                <p:spPr>
                  <a:xfrm>
                    <a:off x="10556176" y="5465730"/>
                    <a:ext cx="128397" cy="14954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28397" h="14954" extrusionOk="0">
                        <a:moveTo>
                          <a:pt x="0" y="0"/>
                        </a:moveTo>
                        <a:lnTo>
                          <a:pt x="128397" y="0"/>
                        </a:lnTo>
                        <a:lnTo>
                          <a:pt x="128397" y="14954"/>
                        </a:lnTo>
                        <a:lnTo>
                          <a:pt x="0" y="14954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 dirty="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301" name="Google Shape;301;p13"/>
                  <p:cNvSpPr/>
                  <p:nvPr/>
                </p:nvSpPr>
                <p:spPr>
                  <a:xfrm>
                    <a:off x="10556176" y="5494972"/>
                    <a:ext cx="128397" cy="14954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28397" h="14954" extrusionOk="0">
                        <a:moveTo>
                          <a:pt x="0" y="0"/>
                        </a:moveTo>
                        <a:lnTo>
                          <a:pt x="128397" y="0"/>
                        </a:lnTo>
                        <a:lnTo>
                          <a:pt x="128397" y="14955"/>
                        </a:lnTo>
                        <a:lnTo>
                          <a:pt x="0" y="14955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 dirty="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302" name="Google Shape;302;p13"/>
                <p:cNvGrpSpPr/>
                <p:nvPr/>
              </p:nvGrpSpPr>
              <p:grpSpPr>
                <a:xfrm>
                  <a:off x="10556176" y="5689187"/>
                  <a:ext cx="128397" cy="44196"/>
                  <a:chOff x="10556176" y="5689187"/>
                  <a:chExt cx="128397" cy="44196"/>
                </a:xfrm>
              </p:grpSpPr>
              <p:sp>
                <p:nvSpPr>
                  <p:cNvPr id="303" name="Google Shape;303;p13"/>
                  <p:cNvSpPr/>
                  <p:nvPr/>
                </p:nvSpPr>
                <p:spPr>
                  <a:xfrm>
                    <a:off x="10556176" y="5689187"/>
                    <a:ext cx="128397" cy="14954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28397" h="14954" extrusionOk="0">
                        <a:moveTo>
                          <a:pt x="0" y="0"/>
                        </a:moveTo>
                        <a:lnTo>
                          <a:pt x="128397" y="0"/>
                        </a:lnTo>
                        <a:lnTo>
                          <a:pt x="128397" y="14954"/>
                        </a:lnTo>
                        <a:lnTo>
                          <a:pt x="0" y="14954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 dirty="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304" name="Google Shape;304;p13"/>
                  <p:cNvSpPr/>
                  <p:nvPr/>
                </p:nvSpPr>
                <p:spPr>
                  <a:xfrm>
                    <a:off x="10556176" y="5718429"/>
                    <a:ext cx="128397" cy="14954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28397" h="14954" extrusionOk="0">
                        <a:moveTo>
                          <a:pt x="0" y="0"/>
                        </a:moveTo>
                        <a:lnTo>
                          <a:pt x="128397" y="0"/>
                        </a:lnTo>
                        <a:lnTo>
                          <a:pt x="128397" y="14954"/>
                        </a:lnTo>
                        <a:lnTo>
                          <a:pt x="0" y="14954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 dirty="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</p:grpSp>
        </p:grpSp>
        <p:grpSp>
          <p:nvGrpSpPr>
            <p:cNvPr id="305" name="Google Shape;305;p13"/>
            <p:cNvGrpSpPr/>
            <p:nvPr/>
          </p:nvGrpSpPr>
          <p:grpSpPr>
            <a:xfrm>
              <a:off x="11058042" y="5088325"/>
              <a:ext cx="213052" cy="717953"/>
              <a:chOff x="11058042" y="5088325"/>
              <a:chExt cx="213052" cy="717953"/>
            </a:xfrm>
          </p:grpSpPr>
          <p:sp>
            <p:nvSpPr>
              <p:cNvPr id="306" name="Google Shape;306;p13"/>
              <p:cNvSpPr/>
              <p:nvPr/>
            </p:nvSpPr>
            <p:spPr>
              <a:xfrm rot="-631368">
                <a:off x="11122592" y="5089982"/>
                <a:ext cx="83952" cy="714640"/>
              </a:xfrm>
              <a:custGeom>
                <a:avLst/>
                <a:gdLst/>
                <a:ahLst/>
                <a:cxnLst/>
                <a:rect l="l" t="t" r="r" b="b"/>
                <a:pathLst>
                  <a:path w="84010" h="715136" extrusionOk="0">
                    <a:moveTo>
                      <a:pt x="0" y="0"/>
                    </a:moveTo>
                    <a:lnTo>
                      <a:pt x="84010" y="0"/>
                    </a:lnTo>
                    <a:lnTo>
                      <a:pt x="84010" y="715137"/>
                    </a:lnTo>
                    <a:lnTo>
                      <a:pt x="0" y="715137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07" name="Google Shape;307;p13"/>
              <p:cNvSpPr/>
              <p:nvPr/>
            </p:nvSpPr>
            <p:spPr>
              <a:xfrm rot="-631368">
                <a:off x="11154645" y="5271518"/>
                <a:ext cx="25985" cy="411004"/>
              </a:xfrm>
              <a:custGeom>
                <a:avLst/>
                <a:gdLst/>
                <a:ahLst/>
                <a:cxnLst/>
                <a:rect l="l" t="t" r="r" b="b"/>
                <a:pathLst>
                  <a:path w="26003" h="411289" extrusionOk="0">
                    <a:moveTo>
                      <a:pt x="0" y="0"/>
                    </a:moveTo>
                    <a:lnTo>
                      <a:pt x="26003" y="0"/>
                    </a:lnTo>
                    <a:lnTo>
                      <a:pt x="26003" y="411289"/>
                    </a:lnTo>
                    <a:lnTo>
                      <a:pt x="0" y="411289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308" name="Google Shape;308;p13"/>
          <p:cNvGrpSpPr/>
          <p:nvPr/>
        </p:nvGrpSpPr>
        <p:grpSpPr>
          <a:xfrm>
            <a:off x="150676" y="2823493"/>
            <a:ext cx="516117" cy="779220"/>
            <a:chOff x="10572463" y="3528536"/>
            <a:chExt cx="580168" cy="875823"/>
          </a:xfrm>
        </p:grpSpPr>
        <p:grpSp>
          <p:nvGrpSpPr>
            <p:cNvPr id="309" name="Google Shape;309;p13"/>
            <p:cNvGrpSpPr/>
            <p:nvPr/>
          </p:nvGrpSpPr>
          <p:grpSpPr>
            <a:xfrm>
              <a:off x="10713815" y="3528536"/>
              <a:ext cx="438816" cy="746664"/>
              <a:chOff x="10713815" y="3528536"/>
              <a:chExt cx="438816" cy="746664"/>
            </a:xfrm>
          </p:grpSpPr>
          <p:sp>
            <p:nvSpPr>
              <p:cNvPr id="310" name="Google Shape;310;p13"/>
              <p:cNvSpPr/>
              <p:nvPr/>
            </p:nvSpPr>
            <p:spPr>
              <a:xfrm>
                <a:off x="10713815" y="3528536"/>
                <a:ext cx="438816" cy="746664"/>
              </a:xfrm>
              <a:custGeom>
                <a:avLst/>
                <a:gdLst/>
                <a:ahLst/>
                <a:cxnLst/>
                <a:rect l="l" t="t" r="r" b="b"/>
                <a:pathLst>
                  <a:path w="438816" h="746664" extrusionOk="0">
                    <a:moveTo>
                      <a:pt x="438721" y="746569"/>
                    </a:moveTo>
                    <a:lnTo>
                      <a:pt x="0" y="746569"/>
                    </a:lnTo>
                    <a:lnTo>
                      <a:pt x="0" y="0"/>
                    </a:lnTo>
                    <a:lnTo>
                      <a:pt x="326231" y="0"/>
                    </a:lnTo>
                    <a:cubicBezTo>
                      <a:pt x="370141" y="43910"/>
                      <a:pt x="394811" y="68580"/>
                      <a:pt x="438816" y="112585"/>
                    </a:cubicBezTo>
                    <a:lnTo>
                      <a:pt x="438816" y="746665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grpSp>
            <p:nvGrpSpPr>
              <p:cNvPr id="311" name="Google Shape;311;p13"/>
              <p:cNvGrpSpPr/>
              <p:nvPr/>
            </p:nvGrpSpPr>
            <p:grpSpPr>
              <a:xfrm>
                <a:off x="10776489" y="3625310"/>
                <a:ext cx="313848" cy="288226"/>
                <a:chOff x="10776489" y="3625310"/>
                <a:chExt cx="313848" cy="288226"/>
              </a:xfrm>
            </p:grpSpPr>
            <p:sp>
              <p:nvSpPr>
                <p:cNvPr id="312" name="Google Shape;312;p13"/>
                <p:cNvSpPr/>
                <p:nvPr/>
              </p:nvSpPr>
              <p:spPr>
                <a:xfrm>
                  <a:off x="10776489" y="3625310"/>
                  <a:ext cx="313848" cy="214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3848" h="21431" extrusionOk="0">
                      <a:moveTo>
                        <a:pt x="0" y="0"/>
                      </a:moveTo>
                      <a:lnTo>
                        <a:pt x="313848" y="0"/>
                      </a:lnTo>
                      <a:lnTo>
                        <a:pt x="313848" y="21431"/>
                      </a:lnTo>
                      <a:lnTo>
                        <a:pt x="0" y="21431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13" name="Google Shape;313;p13"/>
                <p:cNvSpPr/>
                <p:nvPr/>
              </p:nvSpPr>
              <p:spPr>
                <a:xfrm>
                  <a:off x="10776489" y="3678650"/>
                  <a:ext cx="313848" cy="214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3848" h="21431" extrusionOk="0">
                      <a:moveTo>
                        <a:pt x="0" y="0"/>
                      </a:moveTo>
                      <a:lnTo>
                        <a:pt x="313848" y="0"/>
                      </a:lnTo>
                      <a:lnTo>
                        <a:pt x="313848" y="21431"/>
                      </a:lnTo>
                      <a:lnTo>
                        <a:pt x="0" y="21431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14" name="Google Shape;314;p13"/>
                <p:cNvSpPr/>
                <p:nvPr/>
              </p:nvSpPr>
              <p:spPr>
                <a:xfrm>
                  <a:off x="10776489" y="3731990"/>
                  <a:ext cx="313848" cy="214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3848" h="21431" extrusionOk="0">
                      <a:moveTo>
                        <a:pt x="0" y="0"/>
                      </a:moveTo>
                      <a:lnTo>
                        <a:pt x="313848" y="0"/>
                      </a:lnTo>
                      <a:lnTo>
                        <a:pt x="313848" y="21431"/>
                      </a:lnTo>
                      <a:lnTo>
                        <a:pt x="0" y="21431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15" name="Google Shape;315;p13"/>
                <p:cNvSpPr/>
                <p:nvPr/>
              </p:nvSpPr>
              <p:spPr>
                <a:xfrm>
                  <a:off x="10776489" y="3785425"/>
                  <a:ext cx="313848" cy="214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3848" h="21431" extrusionOk="0">
                      <a:moveTo>
                        <a:pt x="0" y="0"/>
                      </a:moveTo>
                      <a:lnTo>
                        <a:pt x="313848" y="0"/>
                      </a:lnTo>
                      <a:lnTo>
                        <a:pt x="313848" y="21431"/>
                      </a:lnTo>
                      <a:lnTo>
                        <a:pt x="0" y="21431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16" name="Google Shape;316;p13"/>
                <p:cNvSpPr/>
                <p:nvPr/>
              </p:nvSpPr>
              <p:spPr>
                <a:xfrm>
                  <a:off x="10776489" y="3838765"/>
                  <a:ext cx="313848" cy="214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3848" h="21431" extrusionOk="0">
                      <a:moveTo>
                        <a:pt x="0" y="0"/>
                      </a:moveTo>
                      <a:lnTo>
                        <a:pt x="313848" y="0"/>
                      </a:lnTo>
                      <a:lnTo>
                        <a:pt x="313848" y="21431"/>
                      </a:lnTo>
                      <a:lnTo>
                        <a:pt x="0" y="21431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17" name="Google Shape;317;p13"/>
                <p:cNvSpPr/>
                <p:nvPr/>
              </p:nvSpPr>
              <p:spPr>
                <a:xfrm>
                  <a:off x="10776489" y="3892105"/>
                  <a:ext cx="184689" cy="214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84689" h="21431" extrusionOk="0">
                      <a:moveTo>
                        <a:pt x="0" y="0"/>
                      </a:moveTo>
                      <a:lnTo>
                        <a:pt x="184690" y="0"/>
                      </a:lnTo>
                      <a:lnTo>
                        <a:pt x="184690" y="21431"/>
                      </a:lnTo>
                      <a:lnTo>
                        <a:pt x="0" y="21431"/>
                      </a:lnTo>
                      <a:close/>
                    </a:path>
                  </a:pathLst>
                </a:custGeom>
                <a:solidFill>
                  <a:srgbClr val="42444F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grpSp>
            <p:nvGrpSpPr>
              <p:cNvPr id="318" name="Google Shape;318;p13"/>
              <p:cNvGrpSpPr/>
              <p:nvPr/>
            </p:nvGrpSpPr>
            <p:grpSpPr>
              <a:xfrm>
                <a:off x="10776489" y="3999547"/>
                <a:ext cx="313848" cy="181546"/>
                <a:chOff x="10776489" y="3999547"/>
                <a:chExt cx="313848" cy="181546"/>
              </a:xfrm>
            </p:grpSpPr>
            <p:sp>
              <p:nvSpPr>
                <p:cNvPr id="319" name="Google Shape;319;p13"/>
                <p:cNvSpPr/>
                <p:nvPr/>
              </p:nvSpPr>
              <p:spPr>
                <a:xfrm>
                  <a:off x="10776489" y="3999547"/>
                  <a:ext cx="313848" cy="214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3848" h="21431" extrusionOk="0">
                      <a:moveTo>
                        <a:pt x="0" y="0"/>
                      </a:moveTo>
                      <a:lnTo>
                        <a:pt x="313848" y="0"/>
                      </a:lnTo>
                      <a:lnTo>
                        <a:pt x="313848" y="21431"/>
                      </a:lnTo>
                      <a:lnTo>
                        <a:pt x="0" y="21431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20" name="Google Shape;320;p13"/>
                <p:cNvSpPr/>
                <p:nvPr/>
              </p:nvSpPr>
              <p:spPr>
                <a:xfrm>
                  <a:off x="10776489" y="4052887"/>
                  <a:ext cx="313848" cy="214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3848" h="21431" extrusionOk="0">
                      <a:moveTo>
                        <a:pt x="0" y="0"/>
                      </a:moveTo>
                      <a:lnTo>
                        <a:pt x="313848" y="0"/>
                      </a:lnTo>
                      <a:lnTo>
                        <a:pt x="313848" y="21431"/>
                      </a:lnTo>
                      <a:lnTo>
                        <a:pt x="0" y="21431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21" name="Google Shape;321;p13"/>
                <p:cNvSpPr/>
                <p:nvPr/>
              </p:nvSpPr>
              <p:spPr>
                <a:xfrm>
                  <a:off x="10776489" y="4106322"/>
                  <a:ext cx="313848" cy="214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3848" h="21431" extrusionOk="0">
                      <a:moveTo>
                        <a:pt x="0" y="0"/>
                      </a:moveTo>
                      <a:lnTo>
                        <a:pt x="313848" y="0"/>
                      </a:lnTo>
                      <a:lnTo>
                        <a:pt x="313848" y="21431"/>
                      </a:lnTo>
                      <a:lnTo>
                        <a:pt x="0" y="21431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22" name="Google Shape;322;p13"/>
                <p:cNvSpPr/>
                <p:nvPr/>
              </p:nvSpPr>
              <p:spPr>
                <a:xfrm>
                  <a:off x="10776489" y="4159662"/>
                  <a:ext cx="184689" cy="214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84689" h="21431" extrusionOk="0">
                      <a:moveTo>
                        <a:pt x="0" y="0"/>
                      </a:moveTo>
                      <a:lnTo>
                        <a:pt x="184690" y="0"/>
                      </a:lnTo>
                      <a:lnTo>
                        <a:pt x="184690" y="21431"/>
                      </a:lnTo>
                      <a:lnTo>
                        <a:pt x="0" y="21431"/>
                      </a:lnTo>
                      <a:close/>
                    </a:path>
                  </a:pathLst>
                </a:custGeom>
                <a:solidFill>
                  <a:srgbClr val="42444F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sp>
            <p:nvSpPr>
              <p:cNvPr id="323" name="Google Shape;323;p13"/>
              <p:cNvSpPr/>
              <p:nvPr/>
            </p:nvSpPr>
            <p:spPr>
              <a:xfrm>
                <a:off x="11039951" y="3528536"/>
                <a:ext cx="112584" cy="112585"/>
              </a:xfrm>
              <a:custGeom>
                <a:avLst/>
                <a:gdLst/>
                <a:ahLst/>
                <a:cxnLst/>
                <a:rect l="l" t="t" r="r" b="b"/>
                <a:pathLst>
                  <a:path w="112584" h="112585" extrusionOk="0">
                    <a:moveTo>
                      <a:pt x="112585" y="112585"/>
                    </a:moveTo>
                    <a:lnTo>
                      <a:pt x="0" y="112585"/>
                    </a:lnTo>
                    <a:lnTo>
                      <a:pt x="0" y="0"/>
                    </a:lnTo>
                    <a:lnTo>
                      <a:pt x="0" y="0"/>
                    </a:lnTo>
                    <a:cubicBezTo>
                      <a:pt x="43910" y="43910"/>
                      <a:pt x="68580" y="68580"/>
                      <a:pt x="112585" y="112585"/>
                    </a:cubicBezTo>
                    <a:lnTo>
                      <a:pt x="112585" y="112585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324" name="Google Shape;324;p13"/>
            <p:cNvGrpSpPr/>
            <p:nvPr/>
          </p:nvGrpSpPr>
          <p:grpSpPr>
            <a:xfrm>
              <a:off x="10572463" y="3657790"/>
              <a:ext cx="438817" cy="746569"/>
              <a:chOff x="10572463" y="3657790"/>
              <a:chExt cx="438817" cy="746569"/>
            </a:xfrm>
          </p:grpSpPr>
          <p:sp>
            <p:nvSpPr>
              <p:cNvPr id="325" name="Google Shape;325;p13"/>
              <p:cNvSpPr/>
              <p:nvPr/>
            </p:nvSpPr>
            <p:spPr>
              <a:xfrm>
                <a:off x="10572463" y="3657790"/>
                <a:ext cx="438817" cy="746569"/>
              </a:xfrm>
              <a:custGeom>
                <a:avLst/>
                <a:gdLst/>
                <a:ahLst/>
                <a:cxnLst/>
                <a:rect l="l" t="t" r="r" b="b"/>
                <a:pathLst>
                  <a:path w="438817" h="746569" extrusionOk="0">
                    <a:moveTo>
                      <a:pt x="438722" y="746570"/>
                    </a:moveTo>
                    <a:lnTo>
                      <a:pt x="0" y="746570"/>
                    </a:lnTo>
                    <a:lnTo>
                      <a:pt x="0" y="0"/>
                    </a:lnTo>
                    <a:lnTo>
                      <a:pt x="326231" y="0"/>
                    </a:lnTo>
                    <a:cubicBezTo>
                      <a:pt x="370141" y="43910"/>
                      <a:pt x="394812" y="68580"/>
                      <a:pt x="438817" y="112586"/>
                    </a:cubicBezTo>
                    <a:lnTo>
                      <a:pt x="438817" y="74657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grpSp>
            <p:nvGrpSpPr>
              <p:cNvPr id="326" name="Google Shape;326;p13"/>
              <p:cNvGrpSpPr/>
              <p:nvPr/>
            </p:nvGrpSpPr>
            <p:grpSpPr>
              <a:xfrm>
                <a:off x="10635138" y="3754469"/>
                <a:ext cx="313848" cy="288321"/>
                <a:chOff x="10635138" y="3754469"/>
                <a:chExt cx="313848" cy="288321"/>
              </a:xfrm>
            </p:grpSpPr>
            <p:sp>
              <p:nvSpPr>
                <p:cNvPr id="327" name="Google Shape;327;p13"/>
                <p:cNvSpPr/>
                <p:nvPr/>
              </p:nvSpPr>
              <p:spPr>
                <a:xfrm>
                  <a:off x="10635138" y="3754469"/>
                  <a:ext cx="313848" cy="214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3848" h="21431" extrusionOk="0">
                      <a:moveTo>
                        <a:pt x="0" y="0"/>
                      </a:moveTo>
                      <a:lnTo>
                        <a:pt x="313849" y="0"/>
                      </a:lnTo>
                      <a:lnTo>
                        <a:pt x="313849" y="21431"/>
                      </a:lnTo>
                      <a:lnTo>
                        <a:pt x="0" y="21431"/>
                      </a:lnTo>
                      <a:close/>
                    </a:path>
                  </a:pathLst>
                </a:custGeom>
                <a:solidFill>
                  <a:schemeClr val="accent6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28" name="Google Shape;328;p13"/>
                <p:cNvSpPr/>
                <p:nvPr/>
              </p:nvSpPr>
              <p:spPr>
                <a:xfrm>
                  <a:off x="10635138" y="3807904"/>
                  <a:ext cx="313848" cy="214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3848" h="21431" extrusionOk="0">
                      <a:moveTo>
                        <a:pt x="0" y="0"/>
                      </a:moveTo>
                      <a:lnTo>
                        <a:pt x="313849" y="0"/>
                      </a:lnTo>
                      <a:lnTo>
                        <a:pt x="313849" y="21431"/>
                      </a:lnTo>
                      <a:lnTo>
                        <a:pt x="0" y="21431"/>
                      </a:lnTo>
                      <a:close/>
                    </a:path>
                  </a:pathLst>
                </a:custGeom>
                <a:solidFill>
                  <a:schemeClr val="accent6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29" name="Google Shape;329;p13"/>
                <p:cNvSpPr/>
                <p:nvPr/>
              </p:nvSpPr>
              <p:spPr>
                <a:xfrm>
                  <a:off x="10635138" y="3861244"/>
                  <a:ext cx="313848" cy="214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3848" h="21431" extrusionOk="0">
                      <a:moveTo>
                        <a:pt x="0" y="0"/>
                      </a:moveTo>
                      <a:lnTo>
                        <a:pt x="313849" y="0"/>
                      </a:lnTo>
                      <a:lnTo>
                        <a:pt x="313849" y="21431"/>
                      </a:lnTo>
                      <a:lnTo>
                        <a:pt x="0" y="21431"/>
                      </a:lnTo>
                      <a:close/>
                    </a:path>
                  </a:pathLst>
                </a:custGeom>
                <a:solidFill>
                  <a:schemeClr val="accent6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30" name="Google Shape;330;p13"/>
                <p:cNvSpPr/>
                <p:nvPr/>
              </p:nvSpPr>
              <p:spPr>
                <a:xfrm>
                  <a:off x="10635138" y="3914584"/>
                  <a:ext cx="313848" cy="214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3848" h="21431" extrusionOk="0">
                      <a:moveTo>
                        <a:pt x="0" y="0"/>
                      </a:moveTo>
                      <a:lnTo>
                        <a:pt x="313849" y="0"/>
                      </a:lnTo>
                      <a:lnTo>
                        <a:pt x="313849" y="21431"/>
                      </a:lnTo>
                      <a:lnTo>
                        <a:pt x="0" y="21431"/>
                      </a:lnTo>
                      <a:close/>
                    </a:path>
                  </a:pathLst>
                </a:custGeom>
                <a:solidFill>
                  <a:schemeClr val="accent6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31" name="Google Shape;331;p13"/>
                <p:cNvSpPr/>
                <p:nvPr/>
              </p:nvSpPr>
              <p:spPr>
                <a:xfrm>
                  <a:off x="10635138" y="3968019"/>
                  <a:ext cx="313848" cy="214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3848" h="21431" extrusionOk="0">
                      <a:moveTo>
                        <a:pt x="0" y="0"/>
                      </a:moveTo>
                      <a:lnTo>
                        <a:pt x="313849" y="0"/>
                      </a:lnTo>
                      <a:lnTo>
                        <a:pt x="313849" y="21431"/>
                      </a:lnTo>
                      <a:lnTo>
                        <a:pt x="0" y="21431"/>
                      </a:lnTo>
                      <a:close/>
                    </a:path>
                  </a:pathLst>
                </a:custGeom>
                <a:solidFill>
                  <a:schemeClr val="accent6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32" name="Google Shape;332;p13"/>
                <p:cNvSpPr/>
                <p:nvPr/>
              </p:nvSpPr>
              <p:spPr>
                <a:xfrm>
                  <a:off x="10635138" y="4021359"/>
                  <a:ext cx="184689" cy="214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84689" h="21431" extrusionOk="0">
                      <a:moveTo>
                        <a:pt x="0" y="0"/>
                      </a:moveTo>
                      <a:lnTo>
                        <a:pt x="184689" y="0"/>
                      </a:lnTo>
                      <a:lnTo>
                        <a:pt x="184689" y="21431"/>
                      </a:lnTo>
                      <a:lnTo>
                        <a:pt x="-1" y="21431"/>
                      </a:lnTo>
                      <a:close/>
                    </a:path>
                  </a:pathLst>
                </a:custGeom>
                <a:solidFill>
                  <a:schemeClr val="accent6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grpSp>
            <p:nvGrpSpPr>
              <p:cNvPr id="333" name="Google Shape;333;p13"/>
              <p:cNvGrpSpPr/>
              <p:nvPr/>
            </p:nvGrpSpPr>
            <p:grpSpPr>
              <a:xfrm>
                <a:off x="10635138" y="4128801"/>
                <a:ext cx="313848" cy="181547"/>
                <a:chOff x="10635138" y="4128801"/>
                <a:chExt cx="313848" cy="181547"/>
              </a:xfrm>
            </p:grpSpPr>
            <p:sp>
              <p:nvSpPr>
                <p:cNvPr id="334" name="Google Shape;334;p13"/>
                <p:cNvSpPr/>
                <p:nvPr/>
              </p:nvSpPr>
              <p:spPr>
                <a:xfrm>
                  <a:off x="10635138" y="4128801"/>
                  <a:ext cx="313848" cy="214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3848" h="21431" extrusionOk="0">
                      <a:moveTo>
                        <a:pt x="0" y="0"/>
                      </a:moveTo>
                      <a:lnTo>
                        <a:pt x="313849" y="0"/>
                      </a:lnTo>
                      <a:lnTo>
                        <a:pt x="313849" y="21431"/>
                      </a:lnTo>
                      <a:lnTo>
                        <a:pt x="0" y="21431"/>
                      </a:lnTo>
                      <a:close/>
                    </a:path>
                  </a:pathLst>
                </a:custGeom>
                <a:solidFill>
                  <a:schemeClr val="accent6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35" name="Google Shape;335;p13"/>
                <p:cNvSpPr/>
                <p:nvPr/>
              </p:nvSpPr>
              <p:spPr>
                <a:xfrm>
                  <a:off x="10635138" y="4182141"/>
                  <a:ext cx="313848" cy="214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3848" h="21431" extrusionOk="0">
                      <a:moveTo>
                        <a:pt x="0" y="0"/>
                      </a:moveTo>
                      <a:lnTo>
                        <a:pt x="313849" y="0"/>
                      </a:lnTo>
                      <a:lnTo>
                        <a:pt x="313849" y="21431"/>
                      </a:lnTo>
                      <a:lnTo>
                        <a:pt x="0" y="21431"/>
                      </a:lnTo>
                      <a:close/>
                    </a:path>
                  </a:pathLst>
                </a:custGeom>
                <a:solidFill>
                  <a:schemeClr val="accent6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36" name="Google Shape;336;p13"/>
                <p:cNvSpPr/>
                <p:nvPr/>
              </p:nvSpPr>
              <p:spPr>
                <a:xfrm>
                  <a:off x="10635138" y="4235481"/>
                  <a:ext cx="313848" cy="214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3848" h="21431" extrusionOk="0">
                      <a:moveTo>
                        <a:pt x="0" y="0"/>
                      </a:moveTo>
                      <a:lnTo>
                        <a:pt x="313849" y="0"/>
                      </a:lnTo>
                      <a:lnTo>
                        <a:pt x="313849" y="21431"/>
                      </a:lnTo>
                      <a:lnTo>
                        <a:pt x="0" y="21431"/>
                      </a:lnTo>
                      <a:close/>
                    </a:path>
                  </a:pathLst>
                </a:custGeom>
                <a:solidFill>
                  <a:schemeClr val="accent6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37" name="Google Shape;337;p13"/>
                <p:cNvSpPr/>
                <p:nvPr/>
              </p:nvSpPr>
              <p:spPr>
                <a:xfrm>
                  <a:off x="10635138" y="4288917"/>
                  <a:ext cx="184689" cy="214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84689" h="21431" extrusionOk="0">
                      <a:moveTo>
                        <a:pt x="0" y="0"/>
                      </a:moveTo>
                      <a:lnTo>
                        <a:pt x="184689" y="0"/>
                      </a:lnTo>
                      <a:lnTo>
                        <a:pt x="184689" y="21431"/>
                      </a:lnTo>
                      <a:lnTo>
                        <a:pt x="-1" y="21431"/>
                      </a:lnTo>
                      <a:close/>
                    </a:path>
                  </a:pathLst>
                </a:custGeom>
                <a:solidFill>
                  <a:schemeClr val="accent6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sp>
            <p:nvSpPr>
              <p:cNvPr id="338" name="Google Shape;338;p13"/>
              <p:cNvSpPr/>
              <p:nvPr/>
            </p:nvSpPr>
            <p:spPr>
              <a:xfrm>
                <a:off x="10898599" y="3657790"/>
                <a:ext cx="112586" cy="112585"/>
              </a:xfrm>
              <a:custGeom>
                <a:avLst/>
                <a:gdLst/>
                <a:ahLst/>
                <a:cxnLst/>
                <a:rect l="l" t="t" r="r" b="b"/>
                <a:pathLst>
                  <a:path w="112586" h="112585" extrusionOk="0">
                    <a:moveTo>
                      <a:pt x="112586" y="112586"/>
                    </a:moveTo>
                    <a:lnTo>
                      <a:pt x="0" y="112586"/>
                    </a:lnTo>
                    <a:lnTo>
                      <a:pt x="0" y="0"/>
                    </a:lnTo>
                    <a:lnTo>
                      <a:pt x="0" y="0"/>
                    </a:lnTo>
                    <a:cubicBezTo>
                      <a:pt x="43910" y="43910"/>
                      <a:pt x="68581" y="68580"/>
                      <a:pt x="112586" y="112586"/>
                    </a:cubicBezTo>
                    <a:lnTo>
                      <a:pt x="112586" y="112586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339" name="Google Shape;339;p13"/>
          <p:cNvGrpSpPr/>
          <p:nvPr/>
        </p:nvGrpSpPr>
        <p:grpSpPr>
          <a:xfrm>
            <a:off x="361835" y="3601018"/>
            <a:ext cx="22030" cy="294484"/>
            <a:chOff x="10809827" y="4402455"/>
            <a:chExt cx="24764" cy="330993"/>
          </a:xfrm>
        </p:grpSpPr>
        <p:sp>
          <p:nvSpPr>
            <p:cNvPr id="340" name="Google Shape;340;p13"/>
            <p:cNvSpPr/>
            <p:nvPr/>
          </p:nvSpPr>
          <p:spPr>
            <a:xfrm>
              <a:off x="10822209" y="4414266"/>
              <a:ext cx="9525" cy="307467"/>
            </a:xfrm>
            <a:custGeom>
              <a:avLst/>
              <a:gdLst/>
              <a:ahLst/>
              <a:cxnLst/>
              <a:rect l="l" t="t" r="r" b="b"/>
              <a:pathLst>
                <a:path w="9525" h="307467" extrusionOk="0">
                  <a:moveTo>
                    <a:pt x="-1" y="307467"/>
                  </a:moveTo>
                  <a:lnTo>
                    <a:pt x="-1" y="0"/>
                  </a:lnTo>
                </a:path>
              </a:pathLst>
            </a:custGeom>
            <a:solidFill>
              <a:schemeClr val="accent4"/>
            </a:solidFill>
            <a:ln w="10950" cap="flat" cmpd="sng">
              <a:solidFill>
                <a:schemeClr val="accent4"/>
              </a:solidFill>
              <a:prstDash val="dashDot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1" name="Google Shape;341;p13"/>
            <p:cNvSpPr/>
            <p:nvPr/>
          </p:nvSpPr>
          <p:spPr>
            <a:xfrm>
              <a:off x="10809827" y="4708683"/>
              <a:ext cx="24764" cy="24765"/>
            </a:xfrm>
            <a:custGeom>
              <a:avLst/>
              <a:gdLst/>
              <a:ahLst/>
              <a:cxnLst/>
              <a:rect l="l" t="t" r="r" b="b"/>
              <a:pathLst>
                <a:path w="24764" h="24765" extrusionOk="0">
                  <a:moveTo>
                    <a:pt x="24765" y="12382"/>
                  </a:moveTo>
                  <a:cubicBezTo>
                    <a:pt x="24765" y="19240"/>
                    <a:pt x="19241" y="24765"/>
                    <a:pt x="12382" y="24765"/>
                  </a:cubicBezTo>
                  <a:cubicBezTo>
                    <a:pt x="5524" y="24765"/>
                    <a:pt x="0" y="19240"/>
                    <a:pt x="0" y="12382"/>
                  </a:cubicBezTo>
                  <a:cubicBezTo>
                    <a:pt x="0" y="5524"/>
                    <a:pt x="5524" y="0"/>
                    <a:pt x="12382" y="0"/>
                  </a:cubicBezTo>
                  <a:cubicBezTo>
                    <a:pt x="19241" y="0"/>
                    <a:pt x="24765" y="5524"/>
                    <a:pt x="24765" y="12382"/>
                  </a:cubicBezTo>
                  <a:close/>
                </a:path>
              </a:pathLst>
            </a:custGeom>
            <a:solidFill>
              <a:schemeClr val="accent4"/>
            </a:solidFill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2" name="Google Shape;342;p13"/>
            <p:cNvSpPr/>
            <p:nvPr/>
          </p:nvSpPr>
          <p:spPr>
            <a:xfrm>
              <a:off x="10809827" y="4402455"/>
              <a:ext cx="24764" cy="24764"/>
            </a:xfrm>
            <a:custGeom>
              <a:avLst/>
              <a:gdLst/>
              <a:ahLst/>
              <a:cxnLst/>
              <a:rect l="l" t="t" r="r" b="b"/>
              <a:pathLst>
                <a:path w="24764" h="24764" extrusionOk="0">
                  <a:moveTo>
                    <a:pt x="24765" y="12382"/>
                  </a:moveTo>
                  <a:cubicBezTo>
                    <a:pt x="24765" y="5524"/>
                    <a:pt x="19241" y="0"/>
                    <a:pt x="12382" y="0"/>
                  </a:cubicBezTo>
                  <a:cubicBezTo>
                    <a:pt x="5524" y="0"/>
                    <a:pt x="0" y="5524"/>
                    <a:pt x="0" y="12382"/>
                  </a:cubicBezTo>
                  <a:cubicBezTo>
                    <a:pt x="0" y="19240"/>
                    <a:pt x="5524" y="24765"/>
                    <a:pt x="12382" y="24765"/>
                  </a:cubicBezTo>
                  <a:cubicBezTo>
                    <a:pt x="19241" y="24765"/>
                    <a:pt x="24765" y="19240"/>
                    <a:pt x="24765" y="12382"/>
                  </a:cubicBezTo>
                  <a:close/>
                </a:path>
              </a:pathLst>
            </a:custGeom>
            <a:solidFill>
              <a:schemeClr val="accent4"/>
            </a:solidFill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">
  <p:cSld name="ONE_COLUMN_TEXT_1">
    <p:spTree>
      <p:nvGrpSpPr>
        <p:cNvPr id="1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14"/>
          <p:cNvSpPr txBox="1">
            <a:spLocks noGrp="1"/>
          </p:cNvSpPr>
          <p:nvPr>
            <p:ph type="title"/>
          </p:nvPr>
        </p:nvSpPr>
        <p:spPr>
          <a:xfrm>
            <a:off x="811975" y="1032900"/>
            <a:ext cx="2804400" cy="1006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45" name="Google Shape;345;p14"/>
          <p:cNvSpPr txBox="1">
            <a:spLocks noGrp="1"/>
          </p:cNvSpPr>
          <p:nvPr>
            <p:ph type="subTitle" idx="1"/>
          </p:nvPr>
        </p:nvSpPr>
        <p:spPr>
          <a:xfrm>
            <a:off x="811975" y="2039700"/>
            <a:ext cx="4294800" cy="2070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●"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Char char="○"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Char char="■"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Char char="●"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Char char="○"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Char char="■"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Char char="●"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Char char="○"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Char char="■"/>
              <a:defRPr/>
            </a:lvl9pPr>
          </a:lstStyle>
          <a:p>
            <a:endParaRPr/>
          </a:p>
        </p:txBody>
      </p:sp>
      <p:sp>
        <p:nvSpPr>
          <p:cNvPr id="346" name="Google Shape;346;p14"/>
          <p:cNvSpPr>
            <a:spLocks noGrp="1"/>
          </p:cNvSpPr>
          <p:nvPr>
            <p:ph type="pic" idx="2"/>
          </p:nvPr>
        </p:nvSpPr>
        <p:spPr>
          <a:xfrm>
            <a:off x="5668975" y="1076550"/>
            <a:ext cx="2990400" cy="2990400"/>
          </a:xfrm>
          <a:prstGeom prst="roundRect">
            <a:avLst>
              <a:gd name="adj" fmla="val 16667"/>
            </a:avLst>
          </a:prstGeom>
          <a:noFill/>
          <a:ln>
            <a:noFill/>
          </a:ln>
        </p:spPr>
      </p:sp>
      <p:sp>
        <p:nvSpPr>
          <p:cNvPr id="347" name="Google Shape;347;p14"/>
          <p:cNvSpPr/>
          <p:nvPr/>
        </p:nvSpPr>
        <p:spPr>
          <a:xfrm rot="-2381697">
            <a:off x="-1265120" y="-661594"/>
            <a:ext cx="3096202" cy="2008988"/>
          </a:xfrm>
          <a:custGeom>
            <a:avLst/>
            <a:gdLst/>
            <a:ahLst/>
            <a:cxnLst/>
            <a:rect l="l" t="t" r="r" b="b"/>
            <a:pathLst>
              <a:path w="39315" h="31790" extrusionOk="0">
                <a:moveTo>
                  <a:pt x="21370" y="0"/>
                </a:moveTo>
                <a:cubicBezTo>
                  <a:pt x="19245" y="0"/>
                  <a:pt x="16609" y="420"/>
                  <a:pt x="13994" y="1929"/>
                </a:cubicBezTo>
                <a:cubicBezTo>
                  <a:pt x="8094" y="5332"/>
                  <a:pt x="5120" y="12086"/>
                  <a:pt x="2561" y="17498"/>
                </a:cubicBezTo>
                <a:cubicBezTo>
                  <a:pt x="0" y="22912"/>
                  <a:pt x="1474" y="28410"/>
                  <a:pt x="5979" y="30920"/>
                </a:cubicBezTo>
                <a:cubicBezTo>
                  <a:pt x="7113" y="31551"/>
                  <a:pt x="8155" y="31789"/>
                  <a:pt x="9181" y="31789"/>
                </a:cubicBezTo>
                <a:cubicBezTo>
                  <a:pt x="12232" y="31789"/>
                  <a:pt x="15135" y="29683"/>
                  <a:pt x="19863" y="29548"/>
                </a:cubicBezTo>
                <a:cubicBezTo>
                  <a:pt x="20630" y="29526"/>
                  <a:pt x="21329" y="29520"/>
                  <a:pt x="21975" y="29520"/>
                </a:cubicBezTo>
                <a:cubicBezTo>
                  <a:pt x="22766" y="29520"/>
                  <a:pt x="23477" y="29529"/>
                  <a:pt x="24134" y="29529"/>
                </a:cubicBezTo>
                <a:cubicBezTo>
                  <a:pt x="27359" y="29529"/>
                  <a:pt x="29297" y="29308"/>
                  <a:pt x="33123" y="26702"/>
                </a:cubicBezTo>
                <a:cubicBezTo>
                  <a:pt x="38366" y="23130"/>
                  <a:pt x="39314" y="14704"/>
                  <a:pt x="35179" y="8470"/>
                </a:cubicBezTo>
                <a:cubicBezTo>
                  <a:pt x="31041" y="2236"/>
                  <a:pt x="25903" y="663"/>
                  <a:pt x="25903" y="663"/>
                </a:cubicBezTo>
                <a:cubicBezTo>
                  <a:pt x="25903" y="663"/>
                  <a:pt x="24040" y="0"/>
                  <a:pt x="21370" y="0"/>
                </a:cubicBezTo>
                <a:close/>
              </a:path>
            </a:pathLst>
          </a:custGeom>
          <a:solidFill>
            <a:srgbClr val="000000">
              <a:alpha val="1006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348" name="Google Shape;348;p14"/>
          <p:cNvSpPr/>
          <p:nvPr/>
        </p:nvSpPr>
        <p:spPr>
          <a:xfrm rot="-7296874">
            <a:off x="-735040" y="4231574"/>
            <a:ext cx="2036053" cy="1508864"/>
          </a:xfrm>
          <a:custGeom>
            <a:avLst/>
            <a:gdLst/>
            <a:ahLst/>
            <a:cxnLst/>
            <a:rect l="l" t="t" r="r" b="b"/>
            <a:pathLst>
              <a:path w="39315" h="31790" extrusionOk="0">
                <a:moveTo>
                  <a:pt x="21370" y="0"/>
                </a:moveTo>
                <a:cubicBezTo>
                  <a:pt x="19245" y="0"/>
                  <a:pt x="16609" y="420"/>
                  <a:pt x="13994" y="1929"/>
                </a:cubicBezTo>
                <a:cubicBezTo>
                  <a:pt x="8094" y="5332"/>
                  <a:pt x="5120" y="12086"/>
                  <a:pt x="2561" y="17498"/>
                </a:cubicBezTo>
                <a:cubicBezTo>
                  <a:pt x="0" y="22912"/>
                  <a:pt x="1474" y="28410"/>
                  <a:pt x="5979" y="30920"/>
                </a:cubicBezTo>
                <a:cubicBezTo>
                  <a:pt x="7113" y="31551"/>
                  <a:pt x="8155" y="31789"/>
                  <a:pt x="9181" y="31789"/>
                </a:cubicBezTo>
                <a:cubicBezTo>
                  <a:pt x="12232" y="31789"/>
                  <a:pt x="15135" y="29683"/>
                  <a:pt x="19863" y="29548"/>
                </a:cubicBezTo>
                <a:cubicBezTo>
                  <a:pt x="20630" y="29526"/>
                  <a:pt x="21329" y="29520"/>
                  <a:pt x="21975" y="29520"/>
                </a:cubicBezTo>
                <a:cubicBezTo>
                  <a:pt x="22766" y="29520"/>
                  <a:pt x="23477" y="29529"/>
                  <a:pt x="24134" y="29529"/>
                </a:cubicBezTo>
                <a:cubicBezTo>
                  <a:pt x="27359" y="29529"/>
                  <a:pt x="29297" y="29308"/>
                  <a:pt x="33123" y="26702"/>
                </a:cubicBezTo>
                <a:cubicBezTo>
                  <a:pt x="38366" y="23130"/>
                  <a:pt x="39314" y="14704"/>
                  <a:pt x="35179" y="8470"/>
                </a:cubicBezTo>
                <a:cubicBezTo>
                  <a:pt x="31041" y="2236"/>
                  <a:pt x="25903" y="663"/>
                  <a:pt x="25903" y="663"/>
                </a:cubicBezTo>
                <a:cubicBezTo>
                  <a:pt x="25903" y="663"/>
                  <a:pt x="24040" y="0"/>
                  <a:pt x="21370" y="0"/>
                </a:cubicBezTo>
                <a:close/>
              </a:path>
            </a:pathLst>
          </a:custGeom>
          <a:solidFill>
            <a:srgbClr val="000000">
              <a:alpha val="1006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grpSp>
        <p:nvGrpSpPr>
          <p:cNvPr id="349" name="Google Shape;349;p14"/>
          <p:cNvGrpSpPr/>
          <p:nvPr/>
        </p:nvGrpSpPr>
        <p:grpSpPr>
          <a:xfrm>
            <a:off x="65066" y="4373044"/>
            <a:ext cx="878158" cy="654532"/>
            <a:chOff x="1114425" y="4361211"/>
            <a:chExt cx="573023" cy="427101"/>
          </a:xfrm>
        </p:grpSpPr>
        <p:grpSp>
          <p:nvGrpSpPr>
            <p:cNvPr id="350" name="Google Shape;350;p14"/>
            <p:cNvGrpSpPr/>
            <p:nvPr/>
          </p:nvGrpSpPr>
          <p:grpSpPr>
            <a:xfrm>
              <a:off x="1114425" y="4361211"/>
              <a:ext cx="573023" cy="427101"/>
              <a:chOff x="1114425" y="4361211"/>
              <a:chExt cx="573023" cy="427101"/>
            </a:xfrm>
          </p:grpSpPr>
          <p:sp>
            <p:nvSpPr>
              <p:cNvPr id="351" name="Google Shape;351;p14"/>
              <p:cNvSpPr/>
              <p:nvPr/>
            </p:nvSpPr>
            <p:spPr>
              <a:xfrm>
                <a:off x="1241964" y="4361211"/>
                <a:ext cx="445484" cy="299466"/>
              </a:xfrm>
              <a:custGeom>
                <a:avLst/>
                <a:gdLst/>
                <a:ahLst/>
                <a:cxnLst/>
                <a:rect l="l" t="t" r="r" b="b"/>
                <a:pathLst>
                  <a:path w="445484" h="299466" extrusionOk="0">
                    <a:moveTo>
                      <a:pt x="139160" y="7715"/>
                    </a:moveTo>
                    <a:lnTo>
                      <a:pt x="173450" y="42005"/>
                    </a:lnTo>
                    <a:cubicBezTo>
                      <a:pt x="178403" y="46958"/>
                      <a:pt x="185166" y="49721"/>
                      <a:pt x="192215" y="49721"/>
                    </a:cubicBezTo>
                    <a:lnTo>
                      <a:pt x="419005" y="49721"/>
                    </a:lnTo>
                    <a:cubicBezTo>
                      <a:pt x="433673" y="49721"/>
                      <a:pt x="445484" y="61627"/>
                      <a:pt x="445484" y="76200"/>
                    </a:cubicBezTo>
                    <a:lnTo>
                      <a:pt x="445484" y="272987"/>
                    </a:lnTo>
                    <a:cubicBezTo>
                      <a:pt x="445484" y="287655"/>
                      <a:pt x="433578" y="299466"/>
                      <a:pt x="419005" y="299466"/>
                    </a:cubicBezTo>
                    <a:lnTo>
                      <a:pt x="26479" y="299466"/>
                    </a:lnTo>
                    <a:cubicBezTo>
                      <a:pt x="11811" y="299466"/>
                      <a:pt x="0" y="287560"/>
                      <a:pt x="0" y="272987"/>
                    </a:cubicBezTo>
                    <a:lnTo>
                      <a:pt x="0" y="26479"/>
                    </a:lnTo>
                    <a:cubicBezTo>
                      <a:pt x="0" y="11811"/>
                      <a:pt x="11906" y="0"/>
                      <a:pt x="26479" y="0"/>
                    </a:cubicBezTo>
                    <a:lnTo>
                      <a:pt x="120396" y="0"/>
                    </a:lnTo>
                    <a:cubicBezTo>
                      <a:pt x="127445" y="0"/>
                      <a:pt x="134207" y="2762"/>
                      <a:pt x="139160" y="7715"/>
                    </a:cubicBezTo>
                    <a:close/>
                  </a:path>
                </a:pathLst>
              </a:custGeom>
              <a:solidFill>
                <a:srgbClr val="35363B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52" name="Google Shape;352;p14"/>
              <p:cNvSpPr/>
              <p:nvPr/>
            </p:nvSpPr>
            <p:spPr>
              <a:xfrm>
                <a:off x="1178242" y="4425029"/>
                <a:ext cx="445484" cy="299466"/>
              </a:xfrm>
              <a:custGeom>
                <a:avLst/>
                <a:gdLst/>
                <a:ahLst/>
                <a:cxnLst/>
                <a:rect l="l" t="t" r="r" b="b"/>
                <a:pathLst>
                  <a:path w="445484" h="299466" extrusionOk="0">
                    <a:moveTo>
                      <a:pt x="139160" y="7620"/>
                    </a:moveTo>
                    <a:lnTo>
                      <a:pt x="173450" y="41910"/>
                    </a:lnTo>
                    <a:cubicBezTo>
                      <a:pt x="178403" y="46863"/>
                      <a:pt x="185166" y="49721"/>
                      <a:pt x="192215" y="49721"/>
                    </a:cubicBezTo>
                    <a:lnTo>
                      <a:pt x="419005" y="49721"/>
                    </a:lnTo>
                    <a:cubicBezTo>
                      <a:pt x="433673" y="49721"/>
                      <a:pt x="445484" y="61627"/>
                      <a:pt x="445484" y="76200"/>
                    </a:cubicBezTo>
                    <a:lnTo>
                      <a:pt x="445484" y="272987"/>
                    </a:lnTo>
                    <a:cubicBezTo>
                      <a:pt x="445484" y="287655"/>
                      <a:pt x="433578" y="299466"/>
                      <a:pt x="419005" y="299466"/>
                    </a:cubicBezTo>
                    <a:lnTo>
                      <a:pt x="26479" y="299466"/>
                    </a:lnTo>
                    <a:cubicBezTo>
                      <a:pt x="11811" y="299466"/>
                      <a:pt x="0" y="287560"/>
                      <a:pt x="0" y="272987"/>
                    </a:cubicBezTo>
                    <a:lnTo>
                      <a:pt x="0" y="26479"/>
                    </a:lnTo>
                    <a:cubicBezTo>
                      <a:pt x="0" y="11811"/>
                      <a:pt x="11906" y="0"/>
                      <a:pt x="26479" y="0"/>
                    </a:cubicBezTo>
                    <a:lnTo>
                      <a:pt x="120396" y="0"/>
                    </a:lnTo>
                    <a:cubicBezTo>
                      <a:pt x="127445" y="0"/>
                      <a:pt x="134207" y="2762"/>
                      <a:pt x="139160" y="7715"/>
                    </a:cubicBezTo>
                    <a:close/>
                  </a:path>
                </a:pathLst>
              </a:custGeom>
              <a:solidFill>
                <a:srgbClr val="42444F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53" name="Google Shape;353;p14"/>
              <p:cNvSpPr/>
              <p:nvPr/>
            </p:nvSpPr>
            <p:spPr>
              <a:xfrm>
                <a:off x="1114425" y="4488846"/>
                <a:ext cx="445484" cy="299466"/>
              </a:xfrm>
              <a:custGeom>
                <a:avLst/>
                <a:gdLst/>
                <a:ahLst/>
                <a:cxnLst/>
                <a:rect l="l" t="t" r="r" b="b"/>
                <a:pathLst>
                  <a:path w="445484" h="299466" extrusionOk="0">
                    <a:moveTo>
                      <a:pt x="139160" y="7620"/>
                    </a:moveTo>
                    <a:lnTo>
                      <a:pt x="173450" y="41910"/>
                    </a:lnTo>
                    <a:cubicBezTo>
                      <a:pt x="178403" y="46863"/>
                      <a:pt x="185166" y="49721"/>
                      <a:pt x="192215" y="49721"/>
                    </a:cubicBezTo>
                    <a:lnTo>
                      <a:pt x="419005" y="49721"/>
                    </a:lnTo>
                    <a:cubicBezTo>
                      <a:pt x="433673" y="49721"/>
                      <a:pt x="445484" y="61627"/>
                      <a:pt x="445484" y="76200"/>
                    </a:cubicBezTo>
                    <a:lnTo>
                      <a:pt x="445484" y="272987"/>
                    </a:lnTo>
                    <a:cubicBezTo>
                      <a:pt x="445484" y="287655"/>
                      <a:pt x="433578" y="299466"/>
                      <a:pt x="419005" y="299466"/>
                    </a:cubicBezTo>
                    <a:lnTo>
                      <a:pt x="26480" y="299466"/>
                    </a:lnTo>
                    <a:cubicBezTo>
                      <a:pt x="11811" y="299466"/>
                      <a:pt x="0" y="287560"/>
                      <a:pt x="0" y="272987"/>
                    </a:cubicBezTo>
                    <a:lnTo>
                      <a:pt x="0" y="26479"/>
                    </a:lnTo>
                    <a:cubicBezTo>
                      <a:pt x="0" y="11811"/>
                      <a:pt x="11906" y="0"/>
                      <a:pt x="26480" y="0"/>
                    </a:cubicBezTo>
                    <a:lnTo>
                      <a:pt x="120396" y="0"/>
                    </a:lnTo>
                    <a:cubicBezTo>
                      <a:pt x="127445" y="0"/>
                      <a:pt x="134207" y="2762"/>
                      <a:pt x="139160" y="7811"/>
                    </a:cubicBezTo>
                    <a:close/>
                  </a:path>
                </a:pathLst>
              </a:custGeom>
              <a:solidFill>
                <a:srgbClr val="6F7082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sp>
          <p:nvSpPr>
            <p:cNvPr id="354" name="Google Shape;354;p14"/>
            <p:cNvSpPr/>
            <p:nvPr/>
          </p:nvSpPr>
          <p:spPr>
            <a:xfrm>
              <a:off x="1303210" y="4628965"/>
              <a:ext cx="68735" cy="82063"/>
            </a:xfrm>
            <a:custGeom>
              <a:avLst/>
              <a:gdLst/>
              <a:ahLst/>
              <a:cxnLst/>
              <a:rect l="l" t="t" r="r" b="b"/>
              <a:pathLst>
                <a:path w="68735" h="82063" extrusionOk="0">
                  <a:moveTo>
                    <a:pt x="0" y="6471"/>
                  </a:moveTo>
                  <a:lnTo>
                    <a:pt x="0" y="75527"/>
                  </a:lnTo>
                  <a:cubicBezTo>
                    <a:pt x="0" y="80575"/>
                    <a:pt x="5524" y="83719"/>
                    <a:pt x="9811" y="81147"/>
                  </a:cubicBezTo>
                  <a:lnTo>
                    <a:pt x="65532" y="48095"/>
                  </a:lnTo>
                  <a:cubicBezTo>
                    <a:pt x="69723" y="45619"/>
                    <a:pt x="69818" y="39618"/>
                    <a:pt x="65723" y="37046"/>
                  </a:cubicBezTo>
                  <a:lnTo>
                    <a:pt x="10001" y="1042"/>
                  </a:lnTo>
                  <a:cubicBezTo>
                    <a:pt x="5715" y="-1721"/>
                    <a:pt x="0" y="1327"/>
                    <a:pt x="0" y="647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1">
  <p:cSld name="ONE_COLUMN_TEXT_1_1">
    <p:spTree>
      <p:nvGrpSpPr>
        <p:cNvPr id="1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Google Shape;356;p15"/>
          <p:cNvSpPr txBox="1">
            <a:spLocks noGrp="1"/>
          </p:cNvSpPr>
          <p:nvPr>
            <p:ph type="title"/>
          </p:nvPr>
        </p:nvSpPr>
        <p:spPr>
          <a:xfrm>
            <a:off x="2013850" y="841075"/>
            <a:ext cx="5116200" cy="1390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57" name="Google Shape;357;p15"/>
          <p:cNvSpPr txBox="1">
            <a:spLocks noGrp="1"/>
          </p:cNvSpPr>
          <p:nvPr>
            <p:ph type="subTitle" idx="1"/>
          </p:nvPr>
        </p:nvSpPr>
        <p:spPr>
          <a:xfrm>
            <a:off x="2013850" y="2231525"/>
            <a:ext cx="5116200" cy="2070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●"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Char char="○"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Char char="■"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Char char="●"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Char char="○"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Char char="■"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Char char="●"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Char char="○"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Char char="■"/>
              <a:defRPr/>
            </a:lvl9pPr>
          </a:lstStyle>
          <a:p>
            <a:endParaRPr/>
          </a:p>
        </p:txBody>
      </p:sp>
      <p:sp>
        <p:nvSpPr>
          <p:cNvPr id="358" name="Google Shape;358;p15"/>
          <p:cNvSpPr/>
          <p:nvPr/>
        </p:nvSpPr>
        <p:spPr>
          <a:xfrm rot="9076707" flipH="1">
            <a:off x="7972821" y="-586852"/>
            <a:ext cx="1683799" cy="1672812"/>
          </a:xfrm>
          <a:custGeom>
            <a:avLst/>
            <a:gdLst/>
            <a:ahLst/>
            <a:cxnLst/>
            <a:rect l="l" t="t" r="r" b="b"/>
            <a:pathLst>
              <a:path w="38869" h="30330" extrusionOk="0">
                <a:moveTo>
                  <a:pt x="24297" y="1"/>
                </a:moveTo>
                <a:cubicBezTo>
                  <a:pt x="23576" y="1"/>
                  <a:pt x="22813" y="81"/>
                  <a:pt x="22018" y="271"/>
                </a:cubicBezTo>
                <a:cubicBezTo>
                  <a:pt x="16904" y="1494"/>
                  <a:pt x="14626" y="5778"/>
                  <a:pt x="11611" y="8671"/>
                </a:cubicBezTo>
                <a:cubicBezTo>
                  <a:pt x="10032" y="10186"/>
                  <a:pt x="7766" y="10684"/>
                  <a:pt x="5916" y="11826"/>
                </a:cubicBezTo>
                <a:cubicBezTo>
                  <a:pt x="0" y="15481"/>
                  <a:pt x="539" y="24197"/>
                  <a:pt x="4874" y="27639"/>
                </a:cubicBezTo>
                <a:cubicBezTo>
                  <a:pt x="7150" y="29445"/>
                  <a:pt x="9815" y="30330"/>
                  <a:pt x="12976" y="30330"/>
                </a:cubicBezTo>
                <a:cubicBezTo>
                  <a:pt x="15025" y="30330"/>
                  <a:pt x="17282" y="29958"/>
                  <a:pt x="19778" y="29225"/>
                </a:cubicBezTo>
                <a:cubicBezTo>
                  <a:pt x="26123" y="27360"/>
                  <a:pt x="30656" y="26268"/>
                  <a:pt x="34763" y="20412"/>
                </a:cubicBezTo>
                <a:cubicBezTo>
                  <a:pt x="38869" y="14558"/>
                  <a:pt x="35544" y="6859"/>
                  <a:pt x="30907" y="2368"/>
                </a:cubicBezTo>
                <a:cubicBezTo>
                  <a:pt x="30907" y="2368"/>
                  <a:pt x="28215" y="1"/>
                  <a:pt x="24297" y="1"/>
                </a:cubicBezTo>
                <a:close/>
              </a:path>
            </a:pathLst>
          </a:custGeom>
          <a:solidFill>
            <a:srgbClr val="000000">
              <a:alpha val="1006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grpSp>
        <p:nvGrpSpPr>
          <p:cNvPr id="359" name="Google Shape;359;p15"/>
          <p:cNvGrpSpPr/>
          <p:nvPr/>
        </p:nvGrpSpPr>
        <p:grpSpPr>
          <a:xfrm flipH="1">
            <a:off x="683048" y="4696520"/>
            <a:ext cx="325927" cy="404808"/>
            <a:chOff x="7385113" y="1535430"/>
            <a:chExt cx="435673" cy="541115"/>
          </a:xfrm>
        </p:grpSpPr>
        <p:sp>
          <p:nvSpPr>
            <p:cNvPr id="360" name="Google Shape;360;p15"/>
            <p:cNvSpPr/>
            <p:nvPr/>
          </p:nvSpPr>
          <p:spPr>
            <a:xfrm>
              <a:off x="7385113" y="1535430"/>
              <a:ext cx="435673" cy="541115"/>
            </a:xfrm>
            <a:custGeom>
              <a:avLst/>
              <a:gdLst/>
              <a:ahLst/>
              <a:cxnLst/>
              <a:rect l="l" t="t" r="r" b="b"/>
              <a:pathLst>
                <a:path w="435673" h="541115" extrusionOk="0">
                  <a:moveTo>
                    <a:pt x="394621" y="0"/>
                  </a:moveTo>
                  <a:cubicBezTo>
                    <a:pt x="417294" y="0"/>
                    <a:pt x="435674" y="18380"/>
                    <a:pt x="435674" y="41053"/>
                  </a:cubicBezTo>
                  <a:lnTo>
                    <a:pt x="435674" y="500062"/>
                  </a:lnTo>
                  <a:cubicBezTo>
                    <a:pt x="435674" y="522735"/>
                    <a:pt x="417294" y="541115"/>
                    <a:pt x="394621" y="541115"/>
                  </a:cubicBezTo>
                  <a:lnTo>
                    <a:pt x="41053" y="541115"/>
                  </a:lnTo>
                  <a:cubicBezTo>
                    <a:pt x="18380" y="541115"/>
                    <a:pt x="0" y="522735"/>
                    <a:pt x="0" y="500062"/>
                  </a:cubicBezTo>
                  <a:lnTo>
                    <a:pt x="0" y="41053"/>
                  </a:lnTo>
                  <a:cubicBezTo>
                    <a:pt x="0" y="18380"/>
                    <a:pt x="18380" y="0"/>
                    <a:pt x="41053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grpSp>
          <p:nvGrpSpPr>
            <p:cNvPr id="361" name="Google Shape;361;p15"/>
            <p:cNvGrpSpPr/>
            <p:nvPr/>
          </p:nvGrpSpPr>
          <p:grpSpPr>
            <a:xfrm>
              <a:off x="7612094" y="1566576"/>
              <a:ext cx="164781" cy="41529"/>
              <a:chOff x="7612094" y="1566576"/>
              <a:chExt cx="164781" cy="41529"/>
            </a:xfrm>
          </p:grpSpPr>
          <p:sp>
            <p:nvSpPr>
              <p:cNvPr id="362" name="Google Shape;362;p15"/>
              <p:cNvSpPr/>
              <p:nvPr/>
            </p:nvSpPr>
            <p:spPr>
              <a:xfrm>
                <a:off x="7735347" y="1566576"/>
                <a:ext cx="41528" cy="41529"/>
              </a:xfrm>
              <a:custGeom>
                <a:avLst/>
                <a:gdLst/>
                <a:ahLst/>
                <a:cxnLst/>
                <a:rect l="l" t="t" r="r" b="b"/>
                <a:pathLst>
                  <a:path w="41528" h="41529" extrusionOk="0">
                    <a:moveTo>
                      <a:pt x="41529" y="20765"/>
                    </a:moveTo>
                    <a:cubicBezTo>
                      <a:pt x="41529" y="32290"/>
                      <a:pt x="32195" y="41529"/>
                      <a:pt x="20764" y="41529"/>
                    </a:cubicBezTo>
                    <a:cubicBezTo>
                      <a:pt x="9335" y="41529"/>
                      <a:pt x="0" y="32194"/>
                      <a:pt x="0" y="20765"/>
                    </a:cubicBezTo>
                    <a:cubicBezTo>
                      <a:pt x="0" y="9334"/>
                      <a:pt x="9335" y="0"/>
                      <a:pt x="20764" y="0"/>
                    </a:cubicBezTo>
                    <a:cubicBezTo>
                      <a:pt x="32195" y="0"/>
                      <a:pt x="41529" y="9334"/>
                      <a:pt x="41529" y="20765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63" name="Google Shape;363;p15"/>
              <p:cNvSpPr/>
              <p:nvPr/>
            </p:nvSpPr>
            <p:spPr>
              <a:xfrm>
                <a:off x="7673721" y="1566576"/>
                <a:ext cx="41528" cy="41529"/>
              </a:xfrm>
              <a:custGeom>
                <a:avLst/>
                <a:gdLst/>
                <a:ahLst/>
                <a:cxnLst/>
                <a:rect l="l" t="t" r="r" b="b"/>
                <a:pathLst>
                  <a:path w="41528" h="41529" extrusionOk="0">
                    <a:moveTo>
                      <a:pt x="41529" y="20765"/>
                    </a:moveTo>
                    <a:cubicBezTo>
                      <a:pt x="41529" y="32290"/>
                      <a:pt x="32195" y="41529"/>
                      <a:pt x="20764" y="41529"/>
                    </a:cubicBezTo>
                    <a:cubicBezTo>
                      <a:pt x="9334" y="41529"/>
                      <a:pt x="0" y="32194"/>
                      <a:pt x="0" y="20765"/>
                    </a:cubicBezTo>
                    <a:cubicBezTo>
                      <a:pt x="0" y="9334"/>
                      <a:pt x="9334" y="0"/>
                      <a:pt x="20764" y="0"/>
                    </a:cubicBezTo>
                    <a:cubicBezTo>
                      <a:pt x="32195" y="0"/>
                      <a:pt x="41529" y="9334"/>
                      <a:pt x="41529" y="20765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64" name="Google Shape;364;p15"/>
              <p:cNvSpPr/>
              <p:nvPr/>
            </p:nvSpPr>
            <p:spPr>
              <a:xfrm>
                <a:off x="7612094" y="1566576"/>
                <a:ext cx="41529" cy="41529"/>
              </a:xfrm>
              <a:custGeom>
                <a:avLst/>
                <a:gdLst/>
                <a:ahLst/>
                <a:cxnLst/>
                <a:rect l="l" t="t" r="r" b="b"/>
                <a:pathLst>
                  <a:path w="41529" h="41529" extrusionOk="0">
                    <a:moveTo>
                      <a:pt x="41529" y="20765"/>
                    </a:moveTo>
                    <a:cubicBezTo>
                      <a:pt x="41529" y="32290"/>
                      <a:pt x="32195" y="41529"/>
                      <a:pt x="20764" y="41529"/>
                    </a:cubicBezTo>
                    <a:cubicBezTo>
                      <a:pt x="9335" y="41529"/>
                      <a:pt x="0" y="32194"/>
                      <a:pt x="0" y="20765"/>
                    </a:cubicBezTo>
                    <a:cubicBezTo>
                      <a:pt x="0" y="9334"/>
                      <a:pt x="9335" y="0"/>
                      <a:pt x="20764" y="0"/>
                    </a:cubicBezTo>
                    <a:cubicBezTo>
                      <a:pt x="32195" y="0"/>
                      <a:pt x="41529" y="9334"/>
                      <a:pt x="41529" y="20765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365" name="Google Shape;365;p15"/>
          <p:cNvGrpSpPr/>
          <p:nvPr/>
        </p:nvGrpSpPr>
        <p:grpSpPr>
          <a:xfrm flipH="1">
            <a:off x="713902" y="4774546"/>
            <a:ext cx="268636" cy="280965"/>
            <a:chOff x="7420451" y="1639728"/>
            <a:chExt cx="359091" cy="375571"/>
          </a:xfrm>
        </p:grpSpPr>
        <p:sp>
          <p:nvSpPr>
            <p:cNvPr id="366" name="Google Shape;366;p15"/>
            <p:cNvSpPr/>
            <p:nvPr/>
          </p:nvSpPr>
          <p:spPr>
            <a:xfrm>
              <a:off x="7420451" y="1852041"/>
              <a:ext cx="357473" cy="163258"/>
            </a:xfrm>
            <a:custGeom>
              <a:avLst/>
              <a:gdLst/>
              <a:ahLst/>
              <a:cxnLst/>
              <a:rect l="l" t="t" r="r" b="b"/>
              <a:pathLst>
                <a:path w="357473" h="163258" extrusionOk="0">
                  <a:moveTo>
                    <a:pt x="40196" y="72962"/>
                  </a:moveTo>
                  <a:lnTo>
                    <a:pt x="0" y="72962"/>
                  </a:lnTo>
                  <a:lnTo>
                    <a:pt x="0" y="90297"/>
                  </a:lnTo>
                  <a:lnTo>
                    <a:pt x="40196" y="90297"/>
                  </a:lnTo>
                  <a:lnTo>
                    <a:pt x="40196" y="72962"/>
                  </a:lnTo>
                  <a:close/>
                  <a:moveTo>
                    <a:pt x="185166" y="126778"/>
                  </a:moveTo>
                  <a:lnTo>
                    <a:pt x="294894" y="126778"/>
                  </a:lnTo>
                  <a:lnTo>
                    <a:pt x="294894" y="109347"/>
                  </a:lnTo>
                  <a:lnTo>
                    <a:pt x="185166" y="109347"/>
                  </a:lnTo>
                  <a:lnTo>
                    <a:pt x="185166" y="126778"/>
                  </a:lnTo>
                  <a:close/>
                  <a:moveTo>
                    <a:pt x="294894" y="0"/>
                  </a:moveTo>
                  <a:lnTo>
                    <a:pt x="38291" y="0"/>
                  </a:lnTo>
                  <a:lnTo>
                    <a:pt x="38291" y="17335"/>
                  </a:lnTo>
                  <a:lnTo>
                    <a:pt x="294894" y="17335"/>
                  </a:lnTo>
                  <a:lnTo>
                    <a:pt x="294894" y="0"/>
                  </a:lnTo>
                  <a:close/>
                  <a:moveTo>
                    <a:pt x="0" y="163259"/>
                  </a:moveTo>
                  <a:lnTo>
                    <a:pt x="99632" y="163259"/>
                  </a:lnTo>
                  <a:lnTo>
                    <a:pt x="99632" y="145828"/>
                  </a:lnTo>
                  <a:lnTo>
                    <a:pt x="0" y="145828"/>
                  </a:lnTo>
                  <a:lnTo>
                    <a:pt x="0" y="163259"/>
                  </a:lnTo>
                  <a:close/>
                  <a:moveTo>
                    <a:pt x="76581" y="36481"/>
                  </a:moveTo>
                  <a:lnTo>
                    <a:pt x="0" y="36481"/>
                  </a:lnTo>
                  <a:lnTo>
                    <a:pt x="0" y="53816"/>
                  </a:lnTo>
                  <a:lnTo>
                    <a:pt x="76581" y="53816"/>
                  </a:lnTo>
                  <a:lnTo>
                    <a:pt x="76581" y="36481"/>
                  </a:lnTo>
                  <a:close/>
                  <a:moveTo>
                    <a:pt x="52483" y="90297"/>
                  </a:moveTo>
                  <a:lnTo>
                    <a:pt x="207836" y="90297"/>
                  </a:lnTo>
                  <a:lnTo>
                    <a:pt x="207836" y="72962"/>
                  </a:lnTo>
                  <a:lnTo>
                    <a:pt x="52483" y="72962"/>
                  </a:lnTo>
                  <a:lnTo>
                    <a:pt x="52483" y="90297"/>
                  </a:lnTo>
                  <a:close/>
                  <a:moveTo>
                    <a:pt x="164402" y="109347"/>
                  </a:moveTo>
                  <a:lnTo>
                    <a:pt x="0" y="109347"/>
                  </a:lnTo>
                  <a:lnTo>
                    <a:pt x="0" y="126778"/>
                  </a:lnTo>
                  <a:lnTo>
                    <a:pt x="164402" y="126778"/>
                  </a:lnTo>
                  <a:lnTo>
                    <a:pt x="164402" y="109347"/>
                  </a:lnTo>
                  <a:close/>
                  <a:moveTo>
                    <a:pt x="220218" y="90297"/>
                  </a:moveTo>
                  <a:lnTo>
                    <a:pt x="357378" y="90297"/>
                  </a:lnTo>
                  <a:lnTo>
                    <a:pt x="357378" y="72962"/>
                  </a:lnTo>
                  <a:lnTo>
                    <a:pt x="220218" y="72962"/>
                  </a:lnTo>
                  <a:lnTo>
                    <a:pt x="220218" y="90297"/>
                  </a:lnTo>
                  <a:close/>
                  <a:moveTo>
                    <a:pt x="97441" y="53816"/>
                  </a:moveTo>
                  <a:lnTo>
                    <a:pt x="357474" y="53816"/>
                  </a:lnTo>
                  <a:lnTo>
                    <a:pt x="357474" y="36481"/>
                  </a:lnTo>
                  <a:lnTo>
                    <a:pt x="97441" y="36481"/>
                  </a:lnTo>
                  <a:lnTo>
                    <a:pt x="97441" y="53816"/>
                  </a:lnTo>
                  <a:close/>
                  <a:moveTo>
                    <a:pt x="305371" y="0"/>
                  </a:moveTo>
                  <a:lnTo>
                    <a:pt x="305371" y="17335"/>
                  </a:lnTo>
                  <a:lnTo>
                    <a:pt x="357378" y="17335"/>
                  </a:lnTo>
                  <a:lnTo>
                    <a:pt x="357378" y="0"/>
                  </a:lnTo>
                  <a:lnTo>
                    <a:pt x="305371" y="0"/>
                  </a:lnTo>
                  <a:close/>
                  <a:moveTo>
                    <a:pt x="315659" y="126778"/>
                  </a:moveTo>
                  <a:lnTo>
                    <a:pt x="357378" y="126778"/>
                  </a:lnTo>
                  <a:lnTo>
                    <a:pt x="357378" y="109347"/>
                  </a:lnTo>
                  <a:lnTo>
                    <a:pt x="315659" y="109347"/>
                  </a:lnTo>
                  <a:lnTo>
                    <a:pt x="315659" y="126778"/>
                  </a:lnTo>
                  <a:close/>
                  <a:moveTo>
                    <a:pt x="120396" y="163259"/>
                  </a:moveTo>
                  <a:lnTo>
                    <a:pt x="222981" y="163259"/>
                  </a:lnTo>
                  <a:lnTo>
                    <a:pt x="222981" y="145828"/>
                  </a:lnTo>
                  <a:lnTo>
                    <a:pt x="120396" y="145828"/>
                  </a:lnTo>
                  <a:lnTo>
                    <a:pt x="120396" y="163259"/>
                  </a:lnTo>
                  <a:close/>
                  <a:moveTo>
                    <a:pt x="235363" y="163259"/>
                  </a:moveTo>
                  <a:lnTo>
                    <a:pt x="313563" y="163259"/>
                  </a:lnTo>
                  <a:lnTo>
                    <a:pt x="313563" y="145828"/>
                  </a:lnTo>
                  <a:lnTo>
                    <a:pt x="235363" y="145828"/>
                  </a:lnTo>
                  <a:lnTo>
                    <a:pt x="235363" y="163259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7" name="Google Shape;367;p15"/>
            <p:cNvSpPr/>
            <p:nvPr/>
          </p:nvSpPr>
          <p:spPr>
            <a:xfrm>
              <a:off x="7425594" y="1639728"/>
              <a:ext cx="353948" cy="180117"/>
            </a:xfrm>
            <a:custGeom>
              <a:avLst/>
              <a:gdLst/>
              <a:ahLst/>
              <a:cxnLst/>
              <a:rect l="l" t="t" r="r" b="b"/>
              <a:pathLst>
                <a:path w="353948" h="180117" extrusionOk="0">
                  <a:moveTo>
                    <a:pt x="0" y="0"/>
                  </a:moveTo>
                  <a:lnTo>
                    <a:pt x="353949" y="0"/>
                  </a:lnTo>
                  <a:lnTo>
                    <a:pt x="353949" y="180118"/>
                  </a:lnTo>
                  <a:lnTo>
                    <a:pt x="0" y="180118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68" name="Google Shape;368;p15"/>
          <p:cNvGrpSpPr/>
          <p:nvPr/>
        </p:nvGrpSpPr>
        <p:grpSpPr>
          <a:xfrm flipH="1">
            <a:off x="96200" y="4469347"/>
            <a:ext cx="355444" cy="644072"/>
            <a:chOff x="1945386" y="5582316"/>
            <a:chExt cx="470725" cy="852963"/>
          </a:xfrm>
        </p:grpSpPr>
        <p:grpSp>
          <p:nvGrpSpPr>
            <p:cNvPr id="369" name="Google Shape;369;p15"/>
            <p:cNvGrpSpPr/>
            <p:nvPr/>
          </p:nvGrpSpPr>
          <p:grpSpPr>
            <a:xfrm>
              <a:off x="1945386" y="5582316"/>
              <a:ext cx="470725" cy="852963"/>
              <a:chOff x="1945386" y="5582316"/>
              <a:chExt cx="470725" cy="852963"/>
            </a:xfrm>
          </p:grpSpPr>
          <p:sp>
            <p:nvSpPr>
              <p:cNvPr id="370" name="Google Shape;370;p15"/>
              <p:cNvSpPr/>
              <p:nvPr/>
            </p:nvSpPr>
            <p:spPr>
              <a:xfrm>
                <a:off x="1945386" y="5582316"/>
                <a:ext cx="470725" cy="852963"/>
              </a:xfrm>
              <a:custGeom>
                <a:avLst/>
                <a:gdLst/>
                <a:ahLst/>
                <a:cxnLst/>
                <a:rect l="l" t="t" r="r" b="b"/>
                <a:pathLst>
                  <a:path w="470725" h="852963" extrusionOk="0">
                    <a:moveTo>
                      <a:pt x="435388" y="0"/>
                    </a:moveTo>
                    <a:cubicBezTo>
                      <a:pt x="454904" y="0"/>
                      <a:pt x="470726" y="15821"/>
                      <a:pt x="470726" y="35338"/>
                    </a:cubicBezTo>
                    <a:lnTo>
                      <a:pt x="470726" y="817626"/>
                    </a:lnTo>
                    <a:cubicBezTo>
                      <a:pt x="470726" y="837143"/>
                      <a:pt x="454904" y="852964"/>
                      <a:pt x="435388" y="852964"/>
                    </a:cubicBezTo>
                    <a:lnTo>
                      <a:pt x="35338" y="852964"/>
                    </a:lnTo>
                    <a:cubicBezTo>
                      <a:pt x="15821" y="852964"/>
                      <a:pt x="0" y="837143"/>
                      <a:pt x="0" y="817626"/>
                    </a:cubicBezTo>
                    <a:lnTo>
                      <a:pt x="0" y="35338"/>
                    </a:lnTo>
                    <a:cubicBezTo>
                      <a:pt x="0" y="15822"/>
                      <a:pt x="15821" y="0"/>
                      <a:pt x="35338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71" name="Google Shape;371;p15"/>
              <p:cNvSpPr/>
              <p:nvPr/>
            </p:nvSpPr>
            <p:spPr>
              <a:xfrm>
                <a:off x="1965864" y="5625846"/>
                <a:ext cx="429577" cy="699420"/>
              </a:xfrm>
              <a:custGeom>
                <a:avLst/>
                <a:gdLst/>
                <a:ahLst/>
                <a:cxnLst/>
                <a:rect l="l" t="t" r="r" b="b"/>
                <a:pathLst>
                  <a:path w="429577" h="699420" extrusionOk="0">
                    <a:moveTo>
                      <a:pt x="0" y="0"/>
                    </a:moveTo>
                    <a:lnTo>
                      <a:pt x="429578" y="0"/>
                    </a:lnTo>
                    <a:lnTo>
                      <a:pt x="429578" y="699421"/>
                    </a:lnTo>
                    <a:lnTo>
                      <a:pt x="0" y="699421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sp>
          <p:nvSpPr>
            <p:cNvPr id="372" name="Google Shape;372;p15"/>
            <p:cNvSpPr/>
            <p:nvPr/>
          </p:nvSpPr>
          <p:spPr>
            <a:xfrm>
              <a:off x="1986438" y="6371462"/>
              <a:ext cx="388334" cy="32194"/>
            </a:xfrm>
            <a:custGeom>
              <a:avLst/>
              <a:gdLst/>
              <a:ahLst/>
              <a:cxnLst/>
              <a:rect l="l" t="t" r="r" b="b"/>
              <a:pathLst>
                <a:path w="388334" h="32194" extrusionOk="0">
                  <a:moveTo>
                    <a:pt x="88011" y="0"/>
                  </a:moveTo>
                  <a:lnTo>
                    <a:pt x="16097" y="0"/>
                  </a:lnTo>
                  <a:cubicBezTo>
                    <a:pt x="7239" y="0"/>
                    <a:pt x="0" y="7239"/>
                    <a:pt x="0" y="16097"/>
                  </a:cubicBezTo>
                  <a:cubicBezTo>
                    <a:pt x="0" y="24955"/>
                    <a:pt x="7239" y="32195"/>
                    <a:pt x="16097" y="32195"/>
                  </a:cubicBezTo>
                  <a:lnTo>
                    <a:pt x="88011" y="32195"/>
                  </a:lnTo>
                  <a:cubicBezTo>
                    <a:pt x="96869" y="32195"/>
                    <a:pt x="104108" y="24955"/>
                    <a:pt x="104108" y="16097"/>
                  </a:cubicBezTo>
                  <a:cubicBezTo>
                    <a:pt x="104108" y="7239"/>
                    <a:pt x="96869" y="0"/>
                    <a:pt x="88011" y="0"/>
                  </a:cubicBezTo>
                  <a:close/>
                  <a:moveTo>
                    <a:pt x="230124" y="0"/>
                  </a:moveTo>
                  <a:lnTo>
                    <a:pt x="158210" y="0"/>
                  </a:lnTo>
                  <a:cubicBezTo>
                    <a:pt x="149352" y="0"/>
                    <a:pt x="142113" y="7239"/>
                    <a:pt x="142113" y="16097"/>
                  </a:cubicBezTo>
                  <a:cubicBezTo>
                    <a:pt x="142113" y="24955"/>
                    <a:pt x="149352" y="32195"/>
                    <a:pt x="158210" y="32195"/>
                  </a:cubicBezTo>
                  <a:lnTo>
                    <a:pt x="230124" y="32195"/>
                  </a:lnTo>
                  <a:cubicBezTo>
                    <a:pt x="238982" y="32195"/>
                    <a:pt x="246221" y="24955"/>
                    <a:pt x="246221" y="16097"/>
                  </a:cubicBezTo>
                  <a:cubicBezTo>
                    <a:pt x="246221" y="7239"/>
                    <a:pt x="238982" y="0"/>
                    <a:pt x="230124" y="0"/>
                  </a:cubicBezTo>
                  <a:close/>
                  <a:moveTo>
                    <a:pt x="372237" y="0"/>
                  </a:moveTo>
                  <a:lnTo>
                    <a:pt x="300323" y="0"/>
                  </a:lnTo>
                  <a:cubicBezTo>
                    <a:pt x="291465" y="0"/>
                    <a:pt x="284226" y="7239"/>
                    <a:pt x="284226" y="16097"/>
                  </a:cubicBezTo>
                  <a:cubicBezTo>
                    <a:pt x="284226" y="24955"/>
                    <a:pt x="291465" y="32195"/>
                    <a:pt x="300323" y="32195"/>
                  </a:cubicBezTo>
                  <a:lnTo>
                    <a:pt x="372237" y="32195"/>
                  </a:lnTo>
                  <a:cubicBezTo>
                    <a:pt x="381095" y="32195"/>
                    <a:pt x="388334" y="24955"/>
                    <a:pt x="388334" y="16097"/>
                  </a:cubicBezTo>
                  <a:cubicBezTo>
                    <a:pt x="388334" y="7239"/>
                    <a:pt x="381095" y="0"/>
                    <a:pt x="372237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73" name="Google Shape;373;p15"/>
          <p:cNvGrpSpPr/>
          <p:nvPr/>
        </p:nvGrpSpPr>
        <p:grpSpPr>
          <a:xfrm>
            <a:off x="7975988" y="116167"/>
            <a:ext cx="1061979" cy="558999"/>
            <a:chOff x="3859815" y="2867310"/>
            <a:chExt cx="1262157" cy="664368"/>
          </a:xfrm>
        </p:grpSpPr>
        <p:sp>
          <p:nvSpPr>
            <p:cNvPr id="374" name="Google Shape;374;p15"/>
            <p:cNvSpPr/>
            <p:nvPr/>
          </p:nvSpPr>
          <p:spPr>
            <a:xfrm>
              <a:off x="3859815" y="2867310"/>
              <a:ext cx="1262157" cy="664368"/>
            </a:xfrm>
            <a:custGeom>
              <a:avLst/>
              <a:gdLst/>
              <a:ahLst/>
              <a:cxnLst/>
              <a:rect l="l" t="t" r="r" b="b"/>
              <a:pathLst>
                <a:path w="1262157" h="664368" extrusionOk="0">
                  <a:moveTo>
                    <a:pt x="1102233" y="344424"/>
                  </a:moveTo>
                  <a:cubicBezTo>
                    <a:pt x="1090231" y="344424"/>
                    <a:pt x="1078611" y="345757"/>
                    <a:pt x="1067372" y="348234"/>
                  </a:cubicBezTo>
                  <a:cubicBezTo>
                    <a:pt x="1048131" y="223838"/>
                    <a:pt x="945166" y="127159"/>
                    <a:pt x="817816" y="117348"/>
                  </a:cubicBezTo>
                  <a:cubicBezTo>
                    <a:pt x="756856" y="45625"/>
                    <a:pt x="666083" y="0"/>
                    <a:pt x="564547" y="0"/>
                  </a:cubicBezTo>
                  <a:cubicBezTo>
                    <a:pt x="398526" y="0"/>
                    <a:pt x="260890" y="121825"/>
                    <a:pt x="236220" y="280988"/>
                  </a:cubicBezTo>
                  <a:cubicBezTo>
                    <a:pt x="222599" y="277939"/>
                    <a:pt x="208502" y="276320"/>
                    <a:pt x="194024" y="276320"/>
                  </a:cubicBezTo>
                  <a:cubicBezTo>
                    <a:pt x="86868" y="276320"/>
                    <a:pt x="0" y="363188"/>
                    <a:pt x="0" y="470345"/>
                  </a:cubicBezTo>
                  <a:cubicBezTo>
                    <a:pt x="0" y="577501"/>
                    <a:pt x="86868" y="664369"/>
                    <a:pt x="194024" y="664369"/>
                  </a:cubicBezTo>
                  <a:lnTo>
                    <a:pt x="1102138" y="664369"/>
                  </a:lnTo>
                  <a:cubicBezTo>
                    <a:pt x="1190530" y="664369"/>
                    <a:pt x="1262158" y="592741"/>
                    <a:pt x="1262158" y="504349"/>
                  </a:cubicBezTo>
                  <a:cubicBezTo>
                    <a:pt x="1262158" y="415957"/>
                    <a:pt x="1190530" y="344329"/>
                    <a:pt x="1102138" y="344329"/>
                  </a:cubicBezTo>
                  <a:close/>
                </a:path>
              </a:pathLst>
            </a:custGeom>
            <a:solidFill>
              <a:srgbClr val="42444F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grpSp>
          <p:nvGrpSpPr>
            <p:cNvPr id="375" name="Google Shape;375;p15"/>
            <p:cNvGrpSpPr/>
            <p:nvPr/>
          </p:nvGrpSpPr>
          <p:grpSpPr>
            <a:xfrm>
              <a:off x="4275677" y="3065525"/>
              <a:ext cx="334517" cy="380047"/>
              <a:chOff x="4275677" y="3065525"/>
              <a:chExt cx="334517" cy="380047"/>
            </a:xfrm>
          </p:grpSpPr>
          <p:grpSp>
            <p:nvGrpSpPr>
              <p:cNvPr id="376" name="Google Shape;376;p15"/>
              <p:cNvGrpSpPr/>
              <p:nvPr/>
            </p:nvGrpSpPr>
            <p:grpSpPr>
              <a:xfrm>
                <a:off x="4275677" y="3065525"/>
                <a:ext cx="334517" cy="380047"/>
                <a:chOff x="4275677" y="3065525"/>
                <a:chExt cx="334517" cy="380047"/>
              </a:xfrm>
            </p:grpSpPr>
            <p:grpSp>
              <p:nvGrpSpPr>
                <p:cNvPr id="377" name="Google Shape;377;p15"/>
                <p:cNvGrpSpPr/>
                <p:nvPr/>
              </p:nvGrpSpPr>
              <p:grpSpPr>
                <a:xfrm>
                  <a:off x="4275677" y="3301269"/>
                  <a:ext cx="334422" cy="144303"/>
                  <a:chOff x="4275677" y="3301269"/>
                  <a:chExt cx="334422" cy="144303"/>
                </a:xfrm>
              </p:grpSpPr>
              <p:sp>
                <p:nvSpPr>
                  <p:cNvPr id="378" name="Google Shape;378;p15"/>
                  <p:cNvSpPr/>
                  <p:nvPr/>
                </p:nvSpPr>
                <p:spPr>
                  <a:xfrm>
                    <a:off x="4275677" y="3331654"/>
                    <a:ext cx="334422" cy="113918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34422" h="113918" extrusionOk="0">
                        <a:moveTo>
                          <a:pt x="95" y="0"/>
                        </a:moveTo>
                        <a:lnTo>
                          <a:pt x="95" y="83534"/>
                        </a:lnTo>
                        <a:cubicBezTo>
                          <a:pt x="95" y="100298"/>
                          <a:pt x="74962" y="113919"/>
                          <a:pt x="167259" y="113919"/>
                        </a:cubicBezTo>
                        <a:cubicBezTo>
                          <a:pt x="259556" y="113919"/>
                          <a:pt x="334423" y="100298"/>
                          <a:pt x="334423" y="83534"/>
                        </a:cubicBezTo>
                        <a:lnTo>
                          <a:pt x="334423" y="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solidFill>
                    <a:srgbClr val="CFD3D9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 dirty="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379" name="Google Shape;379;p15"/>
                  <p:cNvSpPr/>
                  <p:nvPr/>
                </p:nvSpPr>
                <p:spPr>
                  <a:xfrm>
                    <a:off x="4275772" y="3301269"/>
                    <a:ext cx="334327" cy="6076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34327" h="60769" extrusionOk="0">
                        <a:moveTo>
                          <a:pt x="334328" y="30385"/>
                        </a:moveTo>
                        <a:cubicBezTo>
                          <a:pt x="334328" y="47166"/>
                          <a:pt x="259486" y="60770"/>
                          <a:pt x="167164" y="60770"/>
                        </a:cubicBezTo>
                        <a:cubicBezTo>
                          <a:pt x="74842" y="60770"/>
                          <a:pt x="0" y="47166"/>
                          <a:pt x="0" y="30385"/>
                        </a:cubicBezTo>
                        <a:cubicBezTo>
                          <a:pt x="0" y="13604"/>
                          <a:pt x="74842" y="0"/>
                          <a:pt x="167164" y="0"/>
                        </a:cubicBezTo>
                        <a:cubicBezTo>
                          <a:pt x="259486" y="0"/>
                          <a:pt x="334328" y="13604"/>
                          <a:pt x="334328" y="30385"/>
                        </a:cubicBezTo>
                        <a:close/>
                      </a:path>
                    </a:pathLst>
                  </a:custGeom>
                  <a:solidFill>
                    <a:srgbClr val="E6EAF0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 dirty="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380" name="Google Shape;380;p15"/>
                <p:cNvGrpSpPr/>
                <p:nvPr/>
              </p:nvGrpSpPr>
              <p:grpSpPr>
                <a:xfrm>
                  <a:off x="4275677" y="3183350"/>
                  <a:ext cx="334422" cy="144302"/>
                  <a:chOff x="4275677" y="3183350"/>
                  <a:chExt cx="334422" cy="144302"/>
                </a:xfrm>
              </p:grpSpPr>
              <p:sp>
                <p:nvSpPr>
                  <p:cNvPr id="381" name="Google Shape;381;p15"/>
                  <p:cNvSpPr/>
                  <p:nvPr/>
                </p:nvSpPr>
                <p:spPr>
                  <a:xfrm>
                    <a:off x="4275677" y="3213734"/>
                    <a:ext cx="334422" cy="113918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34422" h="113918" extrusionOk="0">
                        <a:moveTo>
                          <a:pt x="95" y="0"/>
                        </a:moveTo>
                        <a:lnTo>
                          <a:pt x="95" y="83534"/>
                        </a:lnTo>
                        <a:cubicBezTo>
                          <a:pt x="95" y="100298"/>
                          <a:pt x="74962" y="113919"/>
                          <a:pt x="167259" y="113919"/>
                        </a:cubicBezTo>
                        <a:cubicBezTo>
                          <a:pt x="259556" y="113919"/>
                          <a:pt x="334423" y="100298"/>
                          <a:pt x="334423" y="83534"/>
                        </a:cubicBezTo>
                        <a:lnTo>
                          <a:pt x="334423" y="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solidFill>
                    <a:srgbClr val="CFD3D9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 dirty="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382" name="Google Shape;382;p15"/>
                  <p:cNvSpPr/>
                  <p:nvPr/>
                </p:nvSpPr>
                <p:spPr>
                  <a:xfrm>
                    <a:off x="4275772" y="3183350"/>
                    <a:ext cx="334327" cy="6076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34327" h="60769" extrusionOk="0">
                        <a:moveTo>
                          <a:pt x="334328" y="30385"/>
                        </a:moveTo>
                        <a:cubicBezTo>
                          <a:pt x="334328" y="47166"/>
                          <a:pt x="259486" y="60769"/>
                          <a:pt x="167164" y="60769"/>
                        </a:cubicBezTo>
                        <a:cubicBezTo>
                          <a:pt x="74842" y="60769"/>
                          <a:pt x="0" y="47166"/>
                          <a:pt x="0" y="30385"/>
                        </a:cubicBezTo>
                        <a:cubicBezTo>
                          <a:pt x="0" y="13604"/>
                          <a:pt x="74842" y="0"/>
                          <a:pt x="167164" y="0"/>
                        </a:cubicBezTo>
                        <a:cubicBezTo>
                          <a:pt x="259486" y="0"/>
                          <a:pt x="334328" y="13604"/>
                          <a:pt x="334328" y="30385"/>
                        </a:cubicBezTo>
                        <a:close/>
                      </a:path>
                    </a:pathLst>
                  </a:custGeom>
                  <a:solidFill>
                    <a:srgbClr val="E6EAF0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 dirty="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383" name="Google Shape;383;p15"/>
                <p:cNvGrpSpPr/>
                <p:nvPr/>
              </p:nvGrpSpPr>
              <p:grpSpPr>
                <a:xfrm>
                  <a:off x="4275677" y="3065525"/>
                  <a:ext cx="334517" cy="144303"/>
                  <a:chOff x="4275677" y="3065525"/>
                  <a:chExt cx="334517" cy="144303"/>
                </a:xfrm>
              </p:grpSpPr>
              <p:sp>
                <p:nvSpPr>
                  <p:cNvPr id="384" name="Google Shape;384;p15"/>
                  <p:cNvSpPr/>
                  <p:nvPr/>
                </p:nvSpPr>
                <p:spPr>
                  <a:xfrm>
                    <a:off x="4275677" y="3095910"/>
                    <a:ext cx="334422" cy="113918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34422" h="113918" extrusionOk="0">
                        <a:moveTo>
                          <a:pt x="95" y="0"/>
                        </a:moveTo>
                        <a:lnTo>
                          <a:pt x="95" y="83534"/>
                        </a:lnTo>
                        <a:cubicBezTo>
                          <a:pt x="95" y="100298"/>
                          <a:pt x="74962" y="113919"/>
                          <a:pt x="167259" y="113919"/>
                        </a:cubicBezTo>
                        <a:cubicBezTo>
                          <a:pt x="259556" y="113919"/>
                          <a:pt x="334423" y="100298"/>
                          <a:pt x="334423" y="83534"/>
                        </a:cubicBezTo>
                        <a:lnTo>
                          <a:pt x="334423" y="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solidFill>
                    <a:srgbClr val="CFD3D9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 dirty="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385" name="Google Shape;385;p15"/>
                  <p:cNvSpPr/>
                  <p:nvPr/>
                </p:nvSpPr>
                <p:spPr>
                  <a:xfrm>
                    <a:off x="4275867" y="3065525"/>
                    <a:ext cx="334327" cy="6076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34327" h="60769" extrusionOk="0">
                        <a:moveTo>
                          <a:pt x="334328" y="30385"/>
                        </a:moveTo>
                        <a:cubicBezTo>
                          <a:pt x="334328" y="47149"/>
                          <a:pt x="259461" y="60770"/>
                          <a:pt x="167164" y="60770"/>
                        </a:cubicBezTo>
                        <a:cubicBezTo>
                          <a:pt x="74866" y="60770"/>
                          <a:pt x="0" y="47149"/>
                          <a:pt x="0" y="30385"/>
                        </a:cubicBezTo>
                        <a:cubicBezTo>
                          <a:pt x="0" y="13621"/>
                          <a:pt x="74866" y="0"/>
                          <a:pt x="167164" y="0"/>
                        </a:cubicBezTo>
                        <a:cubicBezTo>
                          <a:pt x="259461" y="0"/>
                          <a:pt x="334328" y="13621"/>
                          <a:pt x="334328" y="30385"/>
                        </a:cubicBezTo>
                        <a:close/>
                      </a:path>
                    </a:pathLst>
                  </a:custGeom>
                  <a:solidFill>
                    <a:srgbClr val="E6EAF0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 dirty="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</p:grpSp>
          <p:sp>
            <p:nvSpPr>
              <p:cNvPr id="386" name="Google Shape;386;p15"/>
              <p:cNvSpPr/>
              <p:nvPr/>
            </p:nvSpPr>
            <p:spPr>
              <a:xfrm>
                <a:off x="4529994" y="3140487"/>
                <a:ext cx="38100" cy="38100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38100" extrusionOk="0">
                    <a:moveTo>
                      <a:pt x="38100" y="19050"/>
                    </a:moveTo>
                    <a:cubicBezTo>
                      <a:pt x="38100" y="29623"/>
                      <a:pt x="29528" y="38100"/>
                      <a:pt x="19050" y="38100"/>
                    </a:cubicBezTo>
                    <a:cubicBezTo>
                      <a:pt x="8572" y="38100"/>
                      <a:pt x="0" y="29528"/>
                      <a:pt x="0" y="19050"/>
                    </a:cubicBezTo>
                    <a:cubicBezTo>
                      <a:pt x="0" y="8572"/>
                      <a:pt x="8572" y="0"/>
                      <a:pt x="19050" y="0"/>
                    </a:cubicBezTo>
                    <a:cubicBezTo>
                      <a:pt x="29528" y="0"/>
                      <a:pt x="38100" y="8572"/>
                      <a:pt x="38100" y="19050"/>
                    </a:cubicBezTo>
                    <a:close/>
                  </a:path>
                </a:pathLst>
              </a:custGeom>
              <a:solidFill>
                <a:srgbClr val="55C0ED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87" name="Google Shape;387;p15"/>
              <p:cNvSpPr/>
              <p:nvPr/>
            </p:nvSpPr>
            <p:spPr>
              <a:xfrm>
                <a:off x="4529994" y="3256216"/>
                <a:ext cx="38100" cy="38100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38100" extrusionOk="0">
                    <a:moveTo>
                      <a:pt x="38100" y="19050"/>
                    </a:moveTo>
                    <a:cubicBezTo>
                      <a:pt x="38100" y="29623"/>
                      <a:pt x="29528" y="38100"/>
                      <a:pt x="19050" y="38100"/>
                    </a:cubicBezTo>
                    <a:cubicBezTo>
                      <a:pt x="8572" y="38100"/>
                      <a:pt x="0" y="29528"/>
                      <a:pt x="0" y="19050"/>
                    </a:cubicBezTo>
                    <a:cubicBezTo>
                      <a:pt x="0" y="8573"/>
                      <a:pt x="8572" y="0"/>
                      <a:pt x="19050" y="0"/>
                    </a:cubicBezTo>
                    <a:cubicBezTo>
                      <a:pt x="29528" y="0"/>
                      <a:pt x="38100" y="8573"/>
                      <a:pt x="38100" y="19050"/>
                    </a:cubicBezTo>
                    <a:close/>
                  </a:path>
                </a:pathLst>
              </a:custGeom>
              <a:solidFill>
                <a:srgbClr val="E6EAF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88" name="Google Shape;388;p15"/>
              <p:cNvSpPr/>
              <p:nvPr/>
            </p:nvSpPr>
            <p:spPr>
              <a:xfrm>
                <a:off x="4529994" y="3377088"/>
                <a:ext cx="38100" cy="38100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38100" extrusionOk="0">
                    <a:moveTo>
                      <a:pt x="38100" y="19050"/>
                    </a:moveTo>
                    <a:cubicBezTo>
                      <a:pt x="38100" y="29623"/>
                      <a:pt x="29528" y="38100"/>
                      <a:pt x="19050" y="38100"/>
                    </a:cubicBezTo>
                    <a:cubicBezTo>
                      <a:pt x="8572" y="38100"/>
                      <a:pt x="0" y="29528"/>
                      <a:pt x="0" y="19050"/>
                    </a:cubicBezTo>
                    <a:cubicBezTo>
                      <a:pt x="0" y="8573"/>
                      <a:pt x="8572" y="0"/>
                      <a:pt x="19050" y="0"/>
                    </a:cubicBezTo>
                    <a:cubicBezTo>
                      <a:pt x="29528" y="0"/>
                      <a:pt x="38100" y="8573"/>
                      <a:pt x="38100" y="19050"/>
                    </a:cubicBezTo>
                    <a:close/>
                  </a:path>
                </a:pathLst>
              </a:custGeom>
              <a:solidFill>
                <a:srgbClr val="E6EAF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389" name="Google Shape;389;p15"/>
          <p:cNvGrpSpPr/>
          <p:nvPr/>
        </p:nvGrpSpPr>
        <p:grpSpPr>
          <a:xfrm rot="5400000" flipH="1">
            <a:off x="557972" y="4696603"/>
            <a:ext cx="16329" cy="218290"/>
            <a:chOff x="10809827" y="4402455"/>
            <a:chExt cx="24764" cy="330993"/>
          </a:xfrm>
        </p:grpSpPr>
        <p:sp>
          <p:nvSpPr>
            <p:cNvPr id="390" name="Google Shape;390;p15"/>
            <p:cNvSpPr/>
            <p:nvPr/>
          </p:nvSpPr>
          <p:spPr>
            <a:xfrm>
              <a:off x="10822209" y="4414266"/>
              <a:ext cx="9525" cy="307467"/>
            </a:xfrm>
            <a:custGeom>
              <a:avLst/>
              <a:gdLst/>
              <a:ahLst/>
              <a:cxnLst/>
              <a:rect l="l" t="t" r="r" b="b"/>
              <a:pathLst>
                <a:path w="9525" h="307467" extrusionOk="0">
                  <a:moveTo>
                    <a:pt x="-1" y="307467"/>
                  </a:moveTo>
                  <a:lnTo>
                    <a:pt x="-1" y="0"/>
                  </a:lnTo>
                </a:path>
              </a:pathLst>
            </a:custGeom>
            <a:solidFill>
              <a:schemeClr val="accent4"/>
            </a:solidFill>
            <a:ln w="10950" cap="flat" cmpd="sng">
              <a:solidFill>
                <a:schemeClr val="accent4"/>
              </a:solidFill>
              <a:prstDash val="dashDot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1" name="Google Shape;391;p15"/>
            <p:cNvSpPr/>
            <p:nvPr/>
          </p:nvSpPr>
          <p:spPr>
            <a:xfrm>
              <a:off x="10809827" y="4708683"/>
              <a:ext cx="24764" cy="24765"/>
            </a:xfrm>
            <a:custGeom>
              <a:avLst/>
              <a:gdLst/>
              <a:ahLst/>
              <a:cxnLst/>
              <a:rect l="l" t="t" r="r" b="b"/>
              <a:pathLst>
                <a:path w="24764" h="24765" extrusionOk="0">
                  <a:moveTo>
                    <a:pt x="24765" y="12382"/>
                  </a:moveTo>
                  <a:cubicBezTo>
                    <a:pt x="24765" y="19240"/>
                    <a:pt x="19241" y="24765"/>
                    <a:pt x="12382" y="24765"/>
                  </a:cubicBezTo>
                  <a:cubicBezTo>
                    <a:pt x="5524" y="24765"/>
                    <a:pt x="0" y="19240"/>
                    <a:pt x="0" y="12382"/>
                  </a:cubicBezTo>
                  <a:cubicBezTo>
                    <a:pt x="0" y="5524"/>
                    <a:pt x="5524" y="0"/>
                    <a:pt x="12382" y="0"/>
                  </a:cubicBezTo>
                  <a:cubicBezTo>
                    <a:pt x="19241" y="0"/>
                    <a:pt x="24765" y="5524"/>
                    <a:pt x="24765" y="12382"/>
                  </a:cubicBezTo>
                  <a:close/>
                </a:path>
              </a:pathLst>
            </a:custGeom>
            <a:solidFill>
              <a:schemeClr val="accent4"/>
            </a:solidFill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2" name="Google Shape;392;p15"/>
            <p:cNvSpPr/>
            <p:nvPr/>
          </p:nvSpPr>
          <p:spPr>
            <a:xfrm>
              <a:off x="10809827" y="4402455"/>
              <a:ext cx="24764" cy="24764"/>
            </a:xfrm>
            <a:custGeom>
              <a:avLst/>
              <a:gdLst/>
              <a:ahLst/>
              <a:cxnLst/>
              <a:rect l="l" t="t" r="r" b="b"/>
              <a:pathLst>
                <a:path w="24764" h="24764" extrusionOk="0">
                  <a:moveTo>
                    <a:pt x="24765" y="12382"/>
                  </a:moveTo>
                  <a:cubicBezTo>
                    <a:pt x="24765" y="5524"/>
                    <a:pt x="19241" y="0"/>
                    <a:pt x="12382" y="0"/>
                  </a:cubicBezTo>
                  <a:cubicBezTo>
                    <a:pt x="5524" y="0"/>
                    <a:pt x="0" y="5524"/>
                    <a:pt x="0" y="12382"/>
                  </a:cubicBezTo>
                  <a:cubicBezTo>
                    <a:pt x="0" y="19240"/>
                    <a:pt x="5524" y="24765"/>
                    <a:pt x="12382" y="24765"/>
                  </a:cubicBezTo>
                  <a:cubicBezTo>
                    <a:pt x="19241" y="24765"/>
                    <a:pt x="24765" y="19240"/>
                    <a:pt x="24765" y="12382"/>
                  </a:cubicBezTo>
                  <a:close/>
                </a:path>
              </a:pathLst>
            </a:custGeom>
            <a:solidFill>
              <a:schemeClr val="accent4"/>
            </a:solidFill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93" name="Google Shape;393;p15"/>
          <p:cNvSpPr/>
          <p:nvPr/>
        </p:nvSpPr>
        <p:spPr>
          <a:xfrm rot="-532595">
            <a:off x="7984139" y="4422751"/>
            <a:ext cx="1661199" cy="1343241"/>
          </a:xfrm>
          <a:custGeom>
            <a:avLst/>
            <a:gdLst/>
            <a:ahLst/>
            <a:cxnLst/>
            <a:rect l="l" t="t" r="r" b="b"/>
            <a:pathLst>
              <a:path w="39315" h="31790" extrusionOk="0">
                <a:moveTo>
                  <a:pt x="21370" y="0"/>
                </a:moveTo>
                <a:cubicBezTo>
                  <a:pt x="19245" y="0"/>
                  <a:pt x="16609" y="420"/>
                  <a:pt x="13994" y="1929"/>
                </a:cubicBezTo>
                <a:cubicBezTo>
                  <a:pt x="8094" y="5332"/>
                  <a:pt x="5120" y="12086"/>
                  <a:pt x="2561" y="17498"/>
                </a:cubicBezTo>
                <a:cubicBezTo>
                  <a:pt x="0" y="22912"/>
                  <a:pt x="1474" y="28410"/>
                  <a:pt x="5979" y="30920"/>
                </a:cubicBezTo>
                <a:cubicBezTo>
                  <a:pt x="7113" y="31551"/>
                  <a:pt x="8155" y="31789"/>
                  <a:pt x="9181" y="31789"/>
                </a:cubicBezTo>
                <a:cubicBezTo>
                  <a:pt x="12232" y="31789"/>
                  <a:pt x="15135" y="29683"/>
                  <a:pt x="19863" y="29548"/>
                </a:cubicBezTo>
                <a:cubicBezTo>
                  <a:pt x="20630" y="29526"/>
                  <a:pt x="21329" y="29520"/>
                  <a:pt x="21975" y="29520"/>
                </a:cubicBezTo>
                <a:cubicBezTo>
                  <a:pt x="22766" y="29520"/>
                  <a:pt x="23477" y="29529"/>
                  <a:pt x="24134" y="29529"/>
                </a:cubicBezTo>
                <a:cubicBezTo>
                  <a:pt x="27359" y="29529"/>
                  <a:pt x="29297" y="29308"/>
                  <a:pt x="33123" y="26702"/>
                </a:cubicBezTo>
                <a:cubicBezTo>
                  <a:pt x="38366" y="23130"/>
                  <a:pt x="39314" y="14704"/>
                  <a:pt x="35179" y="8470"/>
                </a:cubicBezTo>
                <a:cubicBezTo>
                  <a:pt x="31041" y="2236"/>
                  <a:pt x="25903" y="663"/>
                  <a:pt x="25903" y="663"/>
                </a:cubicBezTo>
                <a:cubicBezTo>
                  <a:pt x="25903" y="663"/>
                  <a:pt x="24040" y="0"/>
                  <a:pt x="21370" y="0"/>
                </a:cubicBezTo>
                <a:close/>
              </a:path>
            </a:pathLst>
          </a:custGeom>
          <a:solidFill>
            <a:srgbClr val="000000">
              <a:alpha val="1006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394" name="Google Shape;394;p15"/>
          <p:cNvSpPr/>
          <p:nvPr/>
        </p:nvSpPr>
        <p:spPr>
          <a:xfrm rot="-5145822" flipH="1">
            <a:off x="-1235221" y="72085"/>
            <a:ext cx="2404292" cy="1318592"/>
          </a:xfrm>
          <a:custGeom>
            <a:avLst/>
            <a:gdLst/>
            <a:ahLst/>
            <a:cxnLst/>
            <a:rect l="l" t="t" r="r" b="b"/>
            <a:pathLst>
              <a:path w="39315" h="31790" extrusionOk="0">
                <a:moveTo>
                  <a:pt x="21370" y="0"/>
                </a:moveTo>
                <a:cubicBezTo>
                  <a:pt x="19245" y="0"/>
                  <a:pt x="16609" y="420"/>
                  <a:pt x="13994" y="1929"/>
                </a:cubicBezTo>
                <a:cubicBezTo>
                  <a:pt x="8094" y="5332"/>
                  <a:pt x="5120" y="12086"/>
                  <a:pt x="2561" y="17498"/>
                </a:cubicBezTo>
                <a:cubicBezTo>
                  <a:pt x="0" y="22912"/>
                  <a:pt x="1474" y="28410"/>
                  <a:pt x="5979" y="30920"/>
                </a:cubicBezTo>
                <a:cubicBezTo>
                  <a:pt x="7113" y="31551"/>
                  <a:pt x="8155" y="31789"/>
                  <a:pt x="9181" y="31789"/>
                </a:cubicBezTo>
                <a:cubicBezTo>
                  <a:pt x="12232" y="31789"/>
                  <a:pt x="15135" y="29683"/>
                  <a:pt x="19863" y="29548"/>
                </a:cubicBezTo>
                <a:cubicBezTo>
                  <a:pt x="20630" y="29526"/>
                  <a:pt x="21329" y="29520"/>
                  <a:pt x="21975" y="29520"/>
                </a:cubicBezTo>
                <a:cubicBezTo>
                  <a:pt x="22766" y="29520"/>
                  <a:pt x="23477" y="29529"/>
                  <a:pt x="24134" y="29529"/>
                </a:cubicBezTo>
                <a:cubicBezTo>
                  <a:pt x="27359" y="29529"/>
                  <a:pt x="29297" y="29308"/>
                  <a:pt x="33123" y="26702"/>
                </a:cubicBezTo>
                <a:cubicBezTo>
                  <a:pt x="38366" y="23130"/>
                  <a:pt x="39314" y="14704"/>
                  <a:pt x="35179" y="8470"/>
                </a:cubicBezTo>
                <a:cubicBezTo>
                  <a:pt x="31041" y="2236"/>
                  <a:pt x="25903" y="663"/>
                  <a:pt x="25903" y="663"/>
                </a:cubicBezTo>
                <a:cubicBezTo>
                  <a:pt x="25903" y="663"/>
                  <a:pt x="24040" y="0"/>
                  <a:pt x="21370" y="0"/>
                </a:cubicBezTo>
                <a:close/>
              </a:path>
            </a:pathLst>
          </a:custGeom>
          <a:solidFill>
            <a:srgbClr val="000000">
              <a:alpha val="1006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">
  <p:cSld name="CUSTOM_6">
    <p:spTree>
      <p:nvGrpSpPr>
        <p:cNvPr id="1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6" name="Google Shape;396;p1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97" name="Google Shape;397;p16"/>
          <p:cNvSpPr txBox="1">
            <a:spLocks noGrp="1"/>
          </p:cNvSpPr>
          <p:nvPr>
            <p:ph type="subTitle" idx="1"/>
          </p:nvPr>
        </p:nvSpPr>
        <p:spPr>
          <a:xfrm>
            <a:off x="937625" y="2579823"/>
            <a:ext cx="2175300" cy="150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398" name="Google Shape;398;p16"/>
          <p:cNvSpPr txBox="1">
            <a:spLocks noGrp="1"/>
          </p:cNvSpPr>
          <p:nvPr>
            <p:ph type="subTitle" idx="2"/>
          </p:nvPr>
        </p:nvSpPr>
        <p:spPr>
          <a:xfrm>
            <a:off x="3484347" y="2579823"/>
            <a:ext cx="2175300" cy="150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399" name="Google Shape;399;p16"/>
          <p:cNvSpPr txBox="1">
            <a:spLocks noGrp="1"/>
          </p:cNvSpPr>
          <p:nvPr>
            <p:ph type="subTitle" idx="3"/>
          </p:nvPr>
        </p:nvSpPr>
        <p:spPr>
          <a:xfrm>
            <a:off x="6031075" y="2579823"/>
            <a:ext cx="2175300" cy="150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00" name="Google Shape;400;p16"/>
          <p:cNvSpPr txBox="1">
            <a:spLocks noGrp="1"/>
          </p:cNvSpPr>
          <p:nvPr>
            <p:ph type="subTitle" idx="4"/>
          </p:nvPr>
        </p:nvSpPr>
        <p:spPr>
          <a:xfrm>
            <a:off x="937625" y="1775401"/>
            <a:ext cx="2175300" cy="558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18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401" name="Google Shape;401;p16"/>
          <p:cNvSpPr txBox="1">
            <a:spLocks noGrp="1"/>
          </p:cNvSpPr>
          <p:nvPr>
            <p:ph type="subTitle" idx="5"/>
          </p:nvPr>
        </p:nvSpPr>
        <p:spPr>
          <a:xfrm>
            <a:off x="3484350" y="1775401"/>
            <a:ext cx="2175300" cy="558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18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402" name="Google Shape;402;p16"/>
          <p:cNvSpPr txBox="1">
            <a:spLocks noGrp="1"/>
          </p:cNvSpPr>
          <p:nvPr>
            <p:ph type="subTitle" idx="6"/>
          </p:nvPr>
        </p:nvSpPr>
        <p:spPr>
          <a:xfrm>
            <a:off x="6031075" y="1775401"/>
            <a:ext cx="2175300" cy="558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18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403" name="Google Shape;403;p16"/>
          <p:cNvSpPr/>
          <p:nvPr/>
        </p:nvSpPr>
        <p:spPr>
          <a:xfrm rot="8800738" flipH="1">
            <a:off x="7902412" y="4181666"/>
            <a:ext cx="1680262" cy="1358589"/>
          </a:xfrm>
          <a:custGeom>
            <a:avLst/>
            <a:gdLst/>
            <a:ahLst/>
            <a:cxnLst/>
            <a:rect l="l" t="t" r="r" b="b"/>
            <a:pathLst>
              <a:path w="39315" h="31790" extrusionOk="0">
                <a:moveTo>
                  <a:pt x="21370" y="0"/>
                </a:moveTo>
                <a:cubicBezTo>
                  <a:pt x="19245" y="0"/>
                  <a:pt x="16609" y="420"/>
                  <a:pt x="13994" y="1929"/>
                </a:cubicBezTo>
                <a:cubicBezTo>
                  <a:pt x="8094" y="5332"/>
                  <a:pt x="5120" y="12086"/>
                  <a:pt x="2561" y="17498"/>
                </a:cubicBezTo>
                <a:cubicBezTo>
                  <a:pt x="0" y="22912"/>
                  <a:pt x="1474" y="28410"/>
                  <a:pt x="5979" y="30920"/>
                </a:cubicBezTo>
                <a:cubicBezTo>
                  <a:pt x="7113" y="31551"/>
                  <a:pt x="8155" y="31789"/>
                  <a:pt x="9181" y="31789"/>
                </a:cubicBezTo>
                <a:cubicBezTo>
                  <a:pt x="12232" y="31789"/>
                  <a:pt x="15135" y="29683"/>
                  <a:pt x="19863" y="29548"/>
                </a:cubicBezTo>
                <a:cubicBezTo>
                  <a:pt x="20630" y="29526"/>
                  <a:pt x="21329" y="29520"/>
                  <a:pt x="21975" y="29520"/>
                </a:cubicBezTo>
                <a:cubicBezTo>
                  <a:pt x="22766" y="29520"/>
                  <a:pt x="23477" y="29529"/>
                  <a:pt x="24134" y="29529"/>
                </a:cubicBezTo>
                <a:cubicBezTo>
                  <a:pt x="27359" y="29529"/>
                  <a:pt x="29297" y="29308"/>
                  <a:pt x="33123" y="26702"/>
                </a:cubicBezTo>
                <a:cubicBezTo>
                  <a:pt x="38366" y="23130"/>
                  <a:pt x="39314" y="14704"/>
                  <a:pt x="35179" y="8470"/>
                </a:cubicBezTo>
                <a:cubicBezTo>
                  <a:pt x="31041" y="2236"/>
                  <a:pt x="25903" y="663"/>
                  <a:pt x="25903" y="663"/>
                </a:cubicBezTo>
                <a:cubicBezTo>
                  <a:pt x="25903" y="663"/>
                  <a:pt x="24040" y="0"/>
                  <a:pt x="21370" y="0"/>
                </a:cubicBezTo>
                <a:close/>
              </a:path>
            </a:pathLst>
          </a:custGeom>
          <a:solidFill>
            <a:srgbClr val="000000">
              <a:alpha val="1006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404" name="Google Shape;404;p16"/>
          <p:cNvSpPr/>
          <p:nvPr/>
        </p:nvSpPr>
        <p:spPr>
          <a:xfrm rot="-8942362" flipH="1">
            <a:off x="-983149" y="4040244"/>
            <a:ext cx="2474148" cy="2000589"/>
          </a:xfrm>
          <a:custGeom>
            <a:avLst/>
            <a:gdLst/>
            <a:ahLst/>
            <a:cxnLst/>
            <a:rect l="l" t="t" r="r" b="b"/>
            <a:pathLst>
              <a:path w="39315" h="31790" extrusionOk="0">
                <a:moveTo>
                  <a:pt x="21370" y="0"/>
                </a:moveTo>
                <a:cubicBezTo>
                  <a:pt x="19245" y="0"/>
                  <a:pt x="16609" y="420"/>
                  <a:pt x="13994" y="1929"/>
                </a:cubicBezTo>
                <a:cubicBezTo>
                  <a:pt x="8094" y="5332"/>
                  <a:pt x="5120" y="12086"/>
                  <a:pt x="2561" y="17498"/>
                </a:cubicBezTo>
                <a:cubicBezTo>
                  <a:pt x="0" y="22912"/>
                  <a:pt x="1474" y="28410"/>
                  <a:pt x="5979" y="30920"/>
                </a:cubicBezTo>
                <a:cubicBezTo>
                  <a:pt x="7113" y="31551"/>
                  <a:pt x="8155" y="31789"/>
                  <a:pt x="9181" y="31789"/>
                </a:cubicBezTo>
                <a:cubicBezTo>
                  <a:pt x="12232" y="31789"/>
                  <a:pt x="15135" y="29683"/>
                  <a:pt x="19863" y="29548"/>
                </a:cubicBezTo>
                <a:cubicBezTo>
                  <a:pt x="20630" y="29526"/>
                  <a:pt x="21329" y="29520"/>
                  <a:pt x="21975" y="29520"/>
                </a:cubicBezTo>
                <a:cubicBezTo>
                  <a:pt x="22766" y="29520"/>
                  <a:pt x="23477" y="29529"/>
                  <a:pt x="24134" y="29529"/>
                </a:cubicBezTo>
                <a:cubicBezTo>
                  <a:pt x="27359" y="29529"/>
                  <a:pt x="29297" y="29308"/>
                  <a:pt x="33123" y="26702"/>
                </a:cubicBezTo>
                <a:cubicBezTo>
                  <a:pt x="38366" y="23130"/>
                  <a:pt x="39314" y="14704"/>
                  <a:pt x="35179" y="8470"/>
                </a:cubicBezTo>
                <a:cubicBezTo>
                  <a:pt x="31041" y="2236"/>
                  <a:pt x="25903" y="663"/>
                  <a:pt x="25903" y="663"/>
                </a:cubicBezTo>
                <a:cubicBezTo>
                  <a:pt x="25903" y="663"/>
                  <a:pt x="24040" y="0"/>
                  <a:pt x="21370" y="0"/>
                </a:cubicBezTo>
                <a:close/>
              </a:path>
            </a:pathLst>
          </a:custGeom>
          <a:solidFill>
            <a:srgbClr val="000000">
              <a:alpha val="1006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405" name="Google Shape;405;p16"/>
          <p:cNvSpPr/>
          <p:nvPr/>
        </p:nvSpPr>
        <p:spPr>
          <a:xfrm rot="1554271" flipH="1">
            <a:off x="7563507" y="-664049"/>
            <a:ext cx="2112334" cy="2002574"/>
          </a:xfrm>
          <a:custGeom>
            <a:avLst/>
            <a:gdLst/>
            <a:ahLst/>
            <a:cxnLst/>
            <a:rect l="l" t="t" r="r" b="b"/>
            <a:pathLst>
              <a:path w="39315" h="31790" extrusionOk="0">
                <a:moveTo>
                  <a:pt x="21370" y="0"/>
                </a:moveTo>
                <a:cubicBezTo>
                  <a:pt x="19245" y="0"/>
                  <a:pt x="16609" y="420"/>
                  <a:pt x="13994" y="1929"/>
                </a:cubicBezTo>
                <a:cubicBezTo>
                  <a:pt x="8094" y="5332"/>
                  <a:pt x="5120" y="12086"/>
                  <a:pt x="2561" y="17498"/>
                </a:cubicBezTo>
                <a:cubicBezTo>
                  <a:pt x="0" y="22912"/>
                  <a:pt x="1474" y="28410"/>
                  <a:pt x="5979" y="30920"/>
                </a:cubicBezTo>
                <a:cubicBezTo>
                  <a:pt x="7113" y="31551"/>
                  <a:pt x="8155" y="31789"/>
                  <a:pt x="9181" y="31789"/>
                </a:cubicBezTo>
                <a:cubicBezTo>
                  <a:pt x="12232" y="31789"/>
                  <a:pt x="15135" y="29683"/>
                  <a:pt x="19863" y="29548"/>
                </a:cubicBezTo>
                <a:cubicBezTo>
                  <a:pt x="20630" y="29526"/>
                  <a:pt x="21329" y="29520"/>
                  <a:pt x="21975" y="29520"/>
                </a:cubicBezTo>
                <a:cubicBezTo>
                  <a:pt x="22766" y="29520"/>
                  <a:pt x="23477" y="29529"/>
                  <a:pt x="24134" y="29529"/>
                </a:cubicBezTo>
                <a:cubicBezTo>
                  <a:pt x="27359" y="29529"/>
                  <a:pt x="29297" y="29308"/>
                  <a:pt x="33123" y="26702"/>
                </a:cubicBezTo>
                <a:cubicBezTo>
                  <a:pt x="38366" y="23130"/>
                  <a:pt x="39314" y="14704"/>
                  <a:pt x="35179" y="8470"/>
                </a:cubicBezTo>
                <a:cubicBezTo>
                  <a:pt x="31041" y="2236"/>
                  <a:pt x="25903" y="663"/>
                  <a:pt x="25903" y="663"/>
                </a:cubicBezTo>
                <a:cubicBezTo>
                  <a:pt x="25903" y="663"/>
                  <a:pt x="24040" y="0"/>
                  <a:pt x="21370" y="0"/>
                </a:cubicBezTo>
                <a:close/>
              </a:path>
            </a:pathLst>
          </a:custGeom>
          <a:solidFill>
            <a:srgbClr val="000000">
              <a:alpha val="1006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406" name="Google Shape;406;p16"/>
          <p:cNvSpPr/>
          <p:nvPr/>
        </p:nvSpPr>
        <p:spPr>
          <a:xfrm>
            <a:off x="62825" y="1725386"/>
            <a:ext cx="606206" cy="37384"/>
          </a:xfrm>
          <a:custGeom>
            <a:avLst/>
            <a:gdLst/>
            <a:ahLst/>
            <a:cxnLst/>
            <a:rect l="l" t="t" r="r" b="b"/>
            <a:pathLst>
              <a:path w="824770" h="50863" extrusionOk="0">
                <a:moveTo>
                  <a:pt x="799338" y="50863"/>
                </a:moveTo>
                <a:lnTo>
                  <a:pt x="25432" y="50863"/>
                </a:lnTo>
                <a:cubicBezTo>
                  <a:pt x="11430" y="50863"/>
                  <a:pt x="0" y="39433"/>
                  <a:pt x="0" y="25432"/>
                </a:cubicBezTo>
                <a:lnTo>
                  <a:pt x="0" y="25432"/>
                </a:lnTo>
                <a:cubicBezTo>
                  <a:pt x="0" y="11430"/>
                  <a:pt x="11430" y="0"/>
                  <a:pt x="25432" y="0"/>
                </a:cubicBezTo>
                <a:lnTo>
                  <a:pt x="799338" y="0"/>
                </a:lnTo>
                <a:cubicBezTo>
                  <a:pt x="813339" y="0"/>
                  <a:pt x="824770" y="11430"/>
                  <a:pt x="824770" y="25432"/>
                </a:cubicBezTo>
                <a:lnTo>
                  <a:pt x="824770" y="25432"/>
                </a:lnTo>
                <a:cubicBezTo>
                  <a:pt x="824770" y="39433"/>
                  <a:pt x="813339" y="50863"/>
                  <a:pt x="799338" y="50863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07" name="Google Shape;407;p16"/>
          <p:cNvGrpSpPr/>
          <p:nvPr/>
        </p:nvGrpSpPr>
        <p:grpSpPr>
          <a:xfrm>
            <a:off x="96399" y="951293"/>
            <a:ext cx="552408" cy="792759"/>
            <a:chOff x="10519314" y="4728596"/>
            <a:chExt cx="751780" cy="1078731"/>
          </a:xfrm>
        </p:grpSpPr>
        <p:grpSp>
          <p:nvGrpSpPr>
            <p:cNvPr id="408" name="Google Shape;408;p16"/>
            <p:cNvGrpSpPr/>
            <p:nvPr/>
          </p:nvGrpSpPr>
          <p:grpSpPr>
            <a:xfrm>
              <a:off x="10519314" y="4728596"/>
              <a:ext cx="626662" cy="1078731"/>
              <a:chOff x="10519314" y="4728596"/>
              <a:chExt cx="626662" cy="1078731"/>
            </a:xfrm>
          </p:grpSpPr>
          <p:grpSp>
            <p:nvGrpSpPr>
              <p:cNvPr id="409" name="Google Shape;409;p16"/>
              <p:cNvGrpSpPr/>
              <p:nvPr/>
            </p:nvGrpSpPr>
            <p:grpSpPr>
              <a:xfrm>
                <a:off x="10903220" y="4888205"/>
                <a:ext cx="242756" cy="919122"/>
                <a:chOff x="10903220" y="4888205"/>
                <a:chExt cx="242756" cy="919122"/>
              </a:xfrm>
            </p:grpSpPr>
            <p:sp>
              <p:nvSpPr>
                <p:cNvPr id="410" name="Google Shape;410;p16"/>
                <p:cNvSpPr/>
                <p:nvPr/>
              </p:nvSpPr>
              <p:spPr>
                <a:xfrm rot="-447735">
                  <a:off x="10961814" y="4892503"/>
                  <a:ext cx="125567" cy="91052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5444" h="909637" extrusionOk="0">
                      <a:moveTo>
                        <a:pt x="0" y="0"/>
                      </a:moveTo>
                      <a:lnTo>
                        <a:pt x="125445" y="0"/>
                      </a:lnTo>
                      <a:lnTo>
                        <a:pt x="125445" y="909637"/>
                      </a:lnTo>
                      <a:lnTo>
                        <a:pt x="0" y="909637"/>
                      </a:ln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411" name="Google Shape;411;p16"/>
                <p:cNvSpPr/>
                <p:nvPr/>
              </p:nvSpPr>
              <p:spPr>
                <a:xfrm>
                  <a:off x="10952422" y="4933194"/>
                  <a:ext cx="42088" cy="4208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2088" h="42088" extrusionOk="0">
                      <a:moveTo>
                        <a:pt x="41904" y="18282"/>
                      </a:moveTo>
                      <a:cubicBezTo>
                        <a:pt x="43428" y="29807"/>
                        <a:pt x="35331" y="40380"/>
                        <a:pt x="23806" y="41904"/>
                      </a:cubicBezTo>
                      <a:cubicBezTo>
                        <a:pt x="12281" y="43428"/>
                        <a:pt x="1709" y="35332"/>
                        <a:pt x="184" y="23806"/>
                      </a:cubicBezTo>
                      <a:cubicBezTo>
                        <a:pt x="-1340" y="12281"/>
                        <a:pt x="6756" y="1708"/>
                        <a:pt x="18282" y="184"/>
                      </a:cubicBezTo>
                      <a:cubicBezTo>
                        <a:pt x="29807" y="-1340"/>
                        <a:pt x="40380" y="6757"/>
                        <a:pt x="41904" y="18282"/>
                      </a:cubicBez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412" name="Google Shape;412;p16"/>
                <p:cNvSpPr/>
                <p:nvPr/>
              </p:nvSpPr>
              <p:spPr>
                <a:xfrm>
                  <a:off x="10961186" y="5000250"/>
                  <a:ext cx="42087" cy="4208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2087" h="42087" extrusionOk="0">
                      <a:moveTo>
                        <a:pt x="41904" y="18282"/>
                      </a:moveTo>
                      <a:cubicBezTo>
                        <a:pt x="43427" y="29807"/>
                        <a:pt x="35331" y="40380"/>
                        <a:pt x="23806" y="41904"/>
                      </a:cubicBezTo>
                      <a:cubicBezTo>
                        <a:pt x="12280" y="43428"/>
                        <a:pt x="1708" y="35332"/>
                        <a:pt x="184" y="23806"/>
                      </a:cubicBezTo>
                      <a:cubicBezTo>
                        <a:pt x="-1340" y="12281"/>
                        <a:pt x="6756" y="1708"/>
                        <a:pt x="18281" y="184"/>
                      </a:cubicBezTo>
                      <a:cubicBezTo>
                        <a:pt x="29807" y="-1340"/>
                        <a:pt x="40380" y="6757"/>
                        <a:pt x="41904" y="18282"/>
                      </a:cubicBez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413" name="Google Shape;413;p16"/>
                <p:cNvGrpSpPr/>
                <p:nvPr/>
              </p:nvGrpSpPr>
              <p:grpSpPr>
                <a:xfrm>
                  <a:off x="11014221" y="5588618"/>
                  <a:ext cx="100021" cy="114784"/>
                  <a:chOff x="11014221" y="5588618"/>
                  <a:chExt cx="100021" cy="114784"/>
                </a:xfrm>
              </p:grpSpPr>
              <p:sp>
                <p:nvSpPr>
                  <p:cNvPr id="414" name="Google Shape;414;p16"/>
                  <p:cNvSpPr/>
                  <p:nvPr/>
                </p:nvSpPr>
                <p:spPr>
                  <a:xfrm rot="-447735">
                    <a:off x="11014826" y="5594269"/>
                    <a:ext cx="88001" cy="15064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87915" h="15049" extrusionOk="0">
                        <a:moveTo>
                          <a:pt x="0" y="0"/>
                        </a:moveTo>
                        <a:lnTo>
                          <a:pt x="87916" y="0"/>
                        </a:lnTo>
                        <a:lnTo>
                          <a:pt x="87916" y="15049"/>
                        </a:lnTo>
                        <a:lnTo>
                          <a:pt x="0" y="15049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 dirty="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15" name="Google Shape;415;p16"/>
                  <p:cNvSpPr/>
                  <p:nvPr/>
                </p:nvSpPr>
                <p:spPr>
                  <a:xfrm rot="-447735">
                    <a:off x="11018646" y="5623150"/>
                    <a:ext cx="88001" cy="15064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87915" h="15049" extrusionOk="0">
                        <a:moveTo>
                          <a:pt x="0" y="0"/>
                        </a:moveTo>
                        <a:lnTo>
                          <a:pt x="87916" y="0"/>
                        </a:lnTo>
                        <a:lnTo>
                          <a:pt x="87916" y="15050"/>
                        </a:lnTo>
                        <a:lnTo>
                          <a:pt x="0" y="15050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 dirty="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16" name="Google Shape;416;p16"/>
                  <p:cNvSpPr/>
                  <p:nvPr/>
                </p:nvSpPr>
                <p:spPr>
                  <a:xfrm rot="-447735">
                    <a:off x="11021820" y="5653805"/>
                    <a:ext cx="88001" cy="15064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87915" h="15049" extrusionOk="0">
                        <a:moveTo>
                          <a:pt x="0" y="0"/>
                        </a:moveTo>
                        <a:lnTo>
                          <a:pt x="87916" y="0"/>
                        </a:lnTo>
                        <a:lnTo>
                          <a:pt x="87916" y="15050"/>
                        </a:lnTo>
                        <a:lnTo>
                          <a:pt x="0" y="15050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 dirty="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17" name="Google Shape;417;p16"/>
                  <p:cNvSpPr/>
                  <p:nvPr/>
                </p:nvSpPr>
                <p:spPr>
                  <a:xfrm rot="-447735">
                    <a:off x="11025635" y="5682688"/>
                    <a:ext cx="88001" cy="15064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87915" h="15049" extrusionOk="0">
                        <a:moveTo>
                          <a:pt x="0" y="0"/>
                        </a:moveTo>
                        <a:lnTo>
                          <a:pt x="87915" y="0"/>
                        </a:lnTo>
                        <a:lnTo>
                          <a:pt x="87915" y="15050"/>
                        </a:lnTo>
                        <a:lnTo>
                          <a:pt x="0" y="15050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 dirty="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</p:grpSp>
          <p:grpSp>
            <p:nvGrpSpPr>
              <p:cNvPr id="418" name="Google Shape;418;p16"/>
              <p:cNvGrpSpPr/>
              <p:nvPr/>
            </p:nvGrpSpPr>
            <p:grpSpPr>
              <a:xfrm>
                <a:off x="10718623" y="4728596"/>
                <a:ext cx="229169" cy="1075979"/>
                <a:chOff x="10718623" y="4728596"/>
                <a:chExt cx="229169" cy="1075979"/>
              </a:xfrm>
            </p:grpSpPr>
            <p:sp>
              <p:nvSpPr>
                <p:cNvPr id="419" name="Google Shape;419;p16"/>
                <p:cNvSpPr/>
                <p:nvPr/>
              </p:nvSpPr>
              <p:spPr>
                <a:xfrm rot="-172174">
                  <a:off x="10745259" y="4732329"/>
                  <a:ext cx="175897" cy="106851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6117" h="1069848" extrusionOk="0">
                      <a:moveTo>
                        <a:pt x="0" y="0"/>
                      </a:moveTo>
                      <a:lnTo>
                        <a:pt x="176117" y="0"/>
                      </a:lnTo>
                      <a:lnTo>
                        <a:pt x="176117" y="1069848"/>
                      </a:lnTo>
                      <a:lnTo>
                        <a:pt x="0" y="1069848"/>
                      </a:ln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420" name="Google Shape;420;p16"/>
                <p:cNvSpPr/>
                <p:nvPr/>
              </p:nvSpPr>
              <p:spPr>
                <a:xfrm>
                  <a:off x="10787634" y="5182743"/>
                  <a:ext cx="87629" cy="8763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7629" h="87630" extrusionOk="0">
                      <a:moveTo>
                        <a:pt x="87630" y="43815"/>
                      </a:moveTo>
                      <a:cubicBezTo>
                        <a:pt x="87630" y="68013"/>
                        <a:pt x="68014" y="87630"/>
                        <a:pt x="43815" y="87630"/>
                      </a:cubicBezTo>
                      <a:cubicBezTo>
                        <a:pt x="19617" y="87630"/>
                        <a:pt x="1" y="68014"/>
                        <a:pt x="1" y="43815"/>
                      </a:cubicBezTo>
                      <a:cubicBezTo>
                        <a:pt x="1" y="19617"/>
                        <a:pt x="19617" y="0"/>
                        <a:pt x="43815" y="0"/>
                      </a:cubicBezTo>
                      <a:cubicBezTo>
                        <a:pt x="68014" y="0"/>
                        <a:pt x="87630" y="19616"/>
                        <a:pt x="87630" y="43815"/>
                      </a:cubicBez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421" name="Google Shape;421;p16"/>
                <p:cNvGrpSpPr/>
                <p:nvPr/>
              </p:nvGrpSpPr>
              <p:grpSpPr>
                <a:xfrm>
                  <a:off x="10765015" y="5040134"/>
                  <a:ext cx="116314" cy="49775"/>
                  <a:chOff x="10765015" y="5040134"/>
                  <a:chExt cx="116314" cy="49775"/>
                </a:xfrm>
              </p:grpSpPr>
              <p:sp>
                <p:nvSpPr>
                  <p:cNvPr id="422" name="Google Shape;422;p16"/>
                  <p:cNvSpPr/>
                  <p:nvPr/>
                </p:nvSpPr>
                <p:spPr>
                  <a:xfrm rot="-172174">
                    <a:off x="10765318" y="5042987"/>
                    <a:ext cx="114347" cy="1493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14490" h="14954" extrusionOk="0">
                        <a:moveTo>
                          <a:pt x="0" y="0"/>
                        </a:moveTo>
                        <a:lnTo>
                          <a:pt x="114490" y="0"/>
                        </a:lnTo>
                        <a:lnTo>
                          <a:pt x="114490" y="14954"/>
                        </a:lnTo>
                        <a:lnTo>
                          <a:pt x="0" y="14954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 dirty="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23" name="Google Shape;423;p16"/>
                  <p:cNvSpPr/>
                  <p:nvPr/>
                </p:nvSpPr>
                <p:spPr>
                  <a:xfrm rot="-172174">
                    <a:off x="10766681" y="5072121"/>
                    <a:ext cx="114347" cy="1493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14490" h="14954" extrusionOk="0">
                        <a:moveTo>
                          <a:pt x="0" y="0"/>
                        </a:moveTo>
                        <a:lnTo>
                          <a:pt x="114491" y="0"/>
                        </a:lnTo>
                        <a:lnTo>
                          <a:pt x="114491" y="14954"/>
                        </a:lnTo>
                        <a:lnTo>
                          <a:pt x="0" y="14954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 dirty="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424" name="Google Shape;424;p16"/>
                <p:cNvGrpSpPr/>
                <p:nvPr/>
              </p:nvGrpSpPr>
              <p:grpSpPr>
                <a:xfrm>
                  <a:off x="10784825" y="5436314"/>
                  <a:ext cx="116414" cy="49961"/>
                  <a:chOff x="10784825" y="5436314"/>
                  <a:chExt cx="116414" cy="49961"/>
                </a:xfrm>
              </p:grpSpPr>
              <p:sp>
                <p:nvSpPr>
                  <p:cNvPr id="425" name="Google Shape;425;p16"/>
                  <p:cNvSpPr/>
                  <p:nvPr/>
                </p:nvSpPr>
                <p:spPr>
                  <a:xfrm rot="-172174">
                    <a:off x="10785128" y="5439167"/>
                    <a:ext cx="114347" cy="1493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14490" h="14954" extrusionOk="0">
                        <a:moveTo>
                          <a:pt x="0" y="0"/>
                        </a:moveTo>
                        <a:lnTo>
                          <a:pt x="114491" y="0"/>
                        </a:lnTo>
                        <a:lnTo>
                          <a:pt x="114491" y="14955"/>
                        </a:lnTo>
                        <a:lnTo>
                          <a:pt x="0" y="14955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 dirty="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26" name="Google Shape;426;p16"/>
                  <p:cNvSpPr/>
                  <p:nvPr/>
                </p:nvSpPr>
                <p:spPr>
                  <a:xfrm rot="-172174">
                    <a:off x="10786591" y="5468487"/>
                    <a:ext cx="114347" cy="1493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14490" h="14954" extrusionOk="0">
                        <a:moveTo>
                          <a:pt x="0" y="0"/>
                        </a:moveTo>
                        <a:lnTo>
                          <a:pt x="114490" y="0"/>
                        </a:lnTo>
                        <a:lnTo>
                          <a:pt x="114490" y="14955"/>
                        </a:lnTo>
                        <a:lnTo>
                          <a:pt x="0" y="14955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 dirty="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</p:grpSp>
          <p:grpSp>
            <p:nvGrpSpPr>
              <p:cNvPr id="427" name="Google Shape;427;p16"/>
              <p:cNvGrpSpPr/>
              <p:nvPr/>
            </p:nvGrpSpPr>
            <p:grpSpPr>
              <a:xfrm>
                <a:off x="10519314" y="4813458"/>
                <a:ext cx="202120" cy="992123"/>
                <a:chOff x="10519314" y="4813458"/>
                <a:chExt cx="202120" cy="992123"/>
              </a:xfrm>
            </p:grpSpPr>
            <p:sp>
              <p:nvSpPr>
                <p:cNvPr id="428" name="Google Shape;428;p16"/>
                <p:cNvSpPr/>
                <p:nvPr/>
              </p:nvSpPr>
              <p:spPr>
                <a:xfrm>
                  <a:off x="10519314" y="4813458"/>
                  <a:ext cx="202120" cy="99212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2120" h="992123" extrusionOk="0">
                      <a:moveTo>
                        <a:pt x="0" y="0"/>
                      </a:moveTo>
                      <a:lnTo>
                        <a:pt x="202120" y="0"/>
                      </a:lnTo>
                      <a:lnTo>
                        <a:pt x="202120" y="992124"/>
                      </a:lnTo>
                      <a:lnTo>
                        <a:pt x="0" y="992124"/>
                      </a:ln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429" name="Google Shape;429;p16"/>
                <p:cNvSpPr/>
                <p:nvPr/>
              </p:nvSpPr>
              <p:spPr>
                <a:xfrm>
                  <a:off x="10558843" y="4891468"/>
                  <a:ext cx="123063" cy="12306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3063" h="123062" extrusionOk="0">
                      <a:moveTo>
                        <a:pt x="123063" y="61532"/>
                      </a:moveTo>
                      <a:cubicBezTo>
                        <a:pt x="123063" y="95514"/>
                        <a:pt x="95514" y="123063"/>
                        <a:pt x="61531" y="123063"/>
                      </a:cubicBezTo>
                      <a:cubicBezTo>
                        <a:pt x="27548" y="123063"/>
                        <a:pt x="-1" y="95514"/>
                        <a:pt x="-1" y="61532"/>
                      </a:cubicBezTo>
                      <a:cubicBezTo>
                        <a:pt x="-1" y="27549"/>
                        <a:pt x="27548" y="0"/>
                        <a:pt x="61531" y="0"/>
                      </a:cubicBezTo>
                      <a:cubicBezTo>
                        <a:pt x="95514" y="0"/>
                        <a:pt x="123063" y="27549"/>
                        <a:pt x="123063" y="61532"/>
                      </a:cubicBez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430" name="Google Shape;430;p16"/>
                <p:cNvGrpSpPr/>
                <p:nvPr/>
              </p:nvGrpSpPr>
              <p:grpSpPr>
                <a:xfrm>
                  <a:off x="10556176" y="5465730"/>
                  <a:ext cx="128397" cy="44196"/>
                  <a:chOff x="10556176" y="5465730"/>
                  <a:chExt cx="128397" cy="44196"/>
                </a:xfrm>
              </p:grpSpPr>
              <p:sp>
                <p:nvSpPr>
                  <p:cNvPr id="431" name="Google Shape;431;p16"/>
                  <p:cNvSpPr/>
                  <p:nvPr/>
                </p:nvSpPr>
                <p:spPr>
                  <a:xfrm>
                    <a:off x="10556176" y="5465730"/>
                    <a:ext cx="128397" cy="14954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28397" h="14954" extrusionOk="0">
                        <a:moveTo>
                          <a:pt x="0" y="0"/>
                        </a:moveTo>
                        <a:lnTo>
                          <a:pt x="128397" y="0"/>
                        </a:lnTo>
                        <a:lnTo>
                          <a:pt x="128397" y="14954"/>
                        </a:lnTo>
                        <a:lnTo>
                          <a:pt x="0" y="14954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 dirty="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32" name="Google Shape;432;p16"/>
                  <p:cNvSpPr/>
                  <p:nvPr/>
                </p:nvSpPr>
                <p:spPr>
                  <a:xfrm>
                    <a:off x="10556176" y="5494972"/>
                    <a:ext cx="128397" cy="14954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28397" h="14954" extrusionOk="0">
                        <a:moveTo>
                          <a:pt x="0" y="0"/>
                        </a:moveTo>
                        <a:lnTo>
                          <a:pt x="128397" y="0"/>
                        </a:lnTo>
                        <a:lnTo>
                          <a:pt x="128397" y="14955"/>
                        </a:lnTo>
                        <a:lnTo>
                          <a:pt x="0" y="14955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 dirty="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433" name="Google Shape;433;p16"/>
                <p:cNvGrpSpPr/>
                <p:nvPr/>
              </p:nvGrpSpPr>
              <p:grpSpPr>
                <a:xfrm>
                  <a:off x="10556176" y="5689187"/>
                  <a:ext cx="128397" cy="44196"/>
                  <a:chOff x="10556176" y="5689187"/>
                  <a:chExt cx="128397" cy="44196"/>
                </a:xfrm>
              </p:grpSpPr>
              <p:sp>
                <p:nvSpPr>
                  <p:cNvPr id="434" name="Google Shape;434;p16"/>
                  <p:cNvSpPr/>
                  <p:nvPr/>
                </p:nvSpPr>
                <p:spPr>
                  <a:xfrm>
                    <a:off x="10556176" y="5689187"/>
                    <a:ext cx="128397" cy="14954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28397" h="14954" extrusionOk="0">
                        <a:moveTo>
                          <a:pt x="0" y="0"/>
                        </a:moveTo>
                        <a:lnTo>
                          <a:pt x="128397" y="0"/>
                        </a:lnTo>
                        <a:lnTo>
                          <a:pt x="128397" y="14954"/>
                        </a:lnTo>
                        <a:lnTo>
                          <a:pt x="0" y="14954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 dirty="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35" name="Google Shape;435;p16"/>
                  <p:cNvSpPr/>
                  <p:nvPr/>
                </p:nvSpPr>
                <p:spPr>
                  <a:xfrm>
                    <a:off x="10556176" y="5718429"/>
                    <a:ext cx="128397" cy="14954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28397" h="14954" extrusionOk="0">
                        <a:moveTo>
                          <a:pt x="0" y="0"/>
                        </a:moveTo>
                        <a:lnTo>
                          <a:pt x="128397" y="0"/>
                        </a:lnTo>
                        <a:lnTo>
                          <a:pt x="128397" y="14954"/>
                        </a:lnTo>
                        <a:lnTo>
                          <a:pt x="0" y="14954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 dirty="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</p:grpSp>
        </p:grpSp>
        <p:grpSp>
          <p:nvGrpSpPr>
            <p:cNvPr id="436" name="Google Shape;436;p16"/>
            <p:cNvGrpSpPr/>
            <p:nvPr/>
          </p:nvGrpSpPr>
          <p:grpSpPr>
            <a:xfrm>
              <a:off x="11058042" y="5088325"/>
              <a:ext cx="213052" cy="717953"/>
              <a:chOff x="11058042" y="5088325"/>
              <a:chExt cx="213052" cy="717953"/>
            </a:xfrm>
          </p:grpSpPr>
          <p:sp>
            <p:nvSpPr>
              <p:cNvPr id="437" name="Google Shape;437;p16"/>
              <p:cNvSpPr/>
              <p:nvPr/>
            </p:nvSpPr>
            <p:spPr>
              <a:xfrm rot="-631368">
                <a:off x="11122592" y="5089982"/>
                <a:ext cx="83952" cy="714640"/>
              </a:xfrm>
              <a:custGeom>
                <a:avLst/>
                <a:gdLst/>
                <a:ahLst/>
                <a:cxnLst/>
                <a:rect l="l" t="t" r="r" b="b"/>
                <a:pathLst>
                  <a:path w="84010" h="715136" extrusionOk="0">
                    <a:moveTo>
                      <a:pt x="0" y="0"/>
                    </a:moveTo>
                    <a:lnTo>
                      <a:pt x="84010" y="0"/>
                    </a:lnTo>
                    <a:lnTo>
                      <a:pt x="84010" y="715137"/>
                    </a:lnTo>
                    <a:lnTo>
                      <a:pt x="0" y="715137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38" name="Google Shape;438;p16"/>
              <p:cNvSpPr/>
              <p:nvPr/>
            </p:nvSpPr>
            <p:spPr>
              <a:xfrm rot="-631368">
                <a:off x="11154645" y="5271518"/>
                <a:ext cx="25985" cy="411004"/>
              </a:xfrm>
              <a:custGeom>
                <a:avLst/>
                <a:gdLst/>
                <a:ahLst/>
                <a:cxnLst/>
                <a:rect l="l" t="t" r="r" b="b"/>
                <a:pathLst>
                  <a:path w="26003" h="411289" extrusionOk="0">
                    <a:moveTo>
                      <a:pt x="0" y="0"/>
                    </a:moveTo>
                    <a:lnTo>
                      <a:pt x="26003" y="0"/>
                    </a:lnTo>
                    <a:lnTo>
                      <a:pt x="26003" y="411289"/>
                    </a:lnTo>
                    <a:lnTo>
                      <a:pt x="0" y="411289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439" name="Google Shape;439;p16"/>
          <p:cNvGrpSpPr/>
          <p:nvPr/>
        </p:nvGrpSpPr>
        <p:grpSpPr>
          <a:xfrm>
            <a:off x="135453" y="69369"/>
            <a:ext cx="426307" cy="643642"/>
            <a:chOff x="10572463" y="3528536"/>
            <a:chExt cx="580168" cy="875823"/>
          </a:xfrm>
        </p:grpSpPr>
        <p:grpSp>
          <p:nvGrpSpPr>
            <p:cNvPr id="440" name="Google Shape;440;p16"/>
            <p:cNvGrpSpPr/>
            <p:nvPr/>
          </p:nvGrpSpPr>
          <p:grpSpPr>
            <a:xfrm>
              <a:off x="10713815" y="3528536"/>
              <a:ext cx="438816" cy="746664"/>
              <a:chOff x="10713815" y="3528536"/>
              <a:chExt cx="438816" cy="746664"/>
            </a:xfrm>
          </p:grpSpPr>
          <p:sp>
            <p:nvSpPr>
              <p:cNvPr id="441" name="Google Shape;441;p16"/>
              <p:cNvSpPr/>
              <p:nvPr/>
            </p:nvSpPr>
            <p:spPr>
              <a:xfrm>
                <a:off x="10713815" y="3528536"/>
                <a:ext cx="438816" cy="746664"/>
              </a:xfrm>
              <a:custGeom>
                <a:avLst/>
                <a:gdLst/>
                <a:ahLst/>
                <a:cxnLst/>
                <a:rect l="l" t="t" r="r" b="b"/>
                <a:pathLst>
                  <a:path w="438816" h="746664" extrusionOk="0">
                    <a:moveTo>
                      <a:pt x="438721" y="746569"/>
                    </a:moveTo>
                    <a:lnTo>
                      <a:pt x="0" y="746569"/>
                    </a:lnTo>
                    <a:lnTo>
                      <a:pt x="0" y="0"/>
                    </a:lnTo>
                    <a:lnTo>
                      <a:pt x="326231" y="0"/>
                    </a:lnTo>
                    <a:cubicBezTo>
                      <a:pt x="370141" y="43910"/>
                      <a:pt x="394811" y="68580"/>
                      <a:pt x="438816" y="112585"/>
                    </a:cubicBezTo>
                    <a:lnTo>
                      <a:pt x="438816" y="746665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grpSp>
            <p:nvGrpSpPr>
              <p:cNvPr id="442" name="Google Shape;442;p16"/>
              <p:cNvGrpSpPr/>
              <p:nvPr/>
            </p:nvGrpSpPr>
            <p:grpSpPr>
              <a:xfrm>
                <a:off x="10776489" y="3625310"/>
                <a:ext cx="313848" cy="288226"/>
                <a:chOff x="10776489" y="3625310"/>
                <a:chExt cx="313848" cy="288226"/>
              </a:xfrm>
            </p:grpSpPr>
            <p:sp>
              <p:nvSpPr>
                <p:cNvPr id="443" name="Google Shape;443;p16"/>
                <p:cNvSpPr/>
                <p:nvPr/>
              </p:nvSpPr>
              <p:spPr>
                <a:xfrm>
                  <a:off x="10776489" y="3625310"/>
                  <a:ext cx="313848" cy="214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3848" h="21431" extrusionOk="0">
                      <a:moveTo>
                        <a:pt x="0" y="0"/>
                      </a:moveTo>
                      <a:lnTo>
                        <a:pt x="313848" y="0"/>
                      </a:lnTo>
                      <a:lnTo>
                        <a:pt x="313848" y="21431"/>
                      </a:lnTo>
                      <a:lnTo>
                        <a:pt x="0" y="21431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444" name="Google Shape;444;p16"/>
                <p:cNvSpPr/>
                <p:nvPr/>
              </p:nvSpPr>
              <p:spPr>
                <a:xfrm>
                  <a:off x="10776489" y="3678650"/>
                  <a:ext cx="313848" cy="214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3848" h="21431" extrusionOk="0">
                      <a:moveTo>
                        <a:pt x="0" y="0"/>
                      </a:moveTo>
                      <a:lnTo>
                        <a:pt x="313848" y="0"/>
                      </a:lnTo>
                      <a:lnTo>
                        <a:pt x="313848" y="21431"/>
                      </a:lnTo>
                      <a:lnTo>
                        <a:pt x="0" y="21431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445" name="Google Shape;445;p16"/>
                <p:cNvSpPr/>
                <p:nvPr/>
              </p:nvSpPr>
              <p:spPr>
                <a:xfrm>
                  <a:off x="10776489" y="3731990"/>
                  <a:ext cx="313848" cy="214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3848" h="21431" extrusionOk="0">
                      <a:moveTo>
                        <a:pt x="0" y="0"/>
                      </a:moveTo>
                      <a:lnTo>
                        <a:pt x="313848" y="0"/>
                      </a:lnTo>
                      <a:lnTo>
                        <a:pt x="313848" y="21431"/>
                      </a:lnTo>
                      <a:lnTo>
                        <a:pt x="0" y="21431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446" name="Google Shape;446;p16"/>
                <p:cNvSpPr/>
                <p:nvPr/>
              </p:nvSpPr>
              <p:spPr>
                <a:xfrm>
                  <a:off x="10776489" y="3785425"/>
                  <a:ext cx="313848" cy="214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3848" h="21431" extrusionOk="0">
                      <a:moveTo>
                        <a:pt x="0" y="0"/>
                      </a:moveTo>
                      <a:lnTo>
                        <a:pt x="313848" y="0"/>
                      </a:lnTo>
                      <a:lnTo>
                        <a:pt x="313848" y="21431"/>
                      </a:lnTo>
                      <a:lnTo>
                        <a:pt x="0" y="21431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447" name="Google Shape;447;p16"/>
                <p:cNvSpPr/>
                <p:nvPr/>
              </p:nvSpPr>
              <p:spPr>
                <a:xfrm>
                  <a:off x="10776489" y="3838765"/>
                  <a:ext cx="313848" cy="214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3848" h="21431" extrusionOk="0">
                      <a:moveTo>
                        <a:pt x="0" y="0"/>
                      </a:moveTo>
                      <a:lnTo>
                        <a:pt x="313848" y="0"/>
                      </a:lnTo>
                      <a:lnTo>
                        <a:pt x="313848" y="21431"/>
                      </a:lnTo>
                      <a:lnTo>
                        <a:pt x="0" y="21431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448" name="Google Shape;448;p16"/>
                <p:cNvSpPr/>
                <p:nvPr/>
              </p:nvSpPr>
              <p:spPr>
                <a:xfrm>
                  <a:off x="10776489" y="3892105"/>
                  <a:ext cx="184689" cy="214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84689" h="21431" extrusionOk="0">
                      <a:moveTo>
                        <a:pt x="0" y="0"/>
                      </a:moveTo>
                      <a:lnTo>
                        <a:pt x="184690" y="0"/>
                      </a:lnTo>
                      <a:lnTo>
                        <a:pt x="184690" y="21431"/>
                      </a:lnTo>
                      <a:lnTo>
                        <a:pt x="0" y="21431"/>
                      </a:lnTo>
                      <a:close/>
                    </a:path>
                  </a:pathLst>
                </a:custGeom>
                <a:solidFill>
                  <a:srgbClr val="42444F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grpSp>
            <p:nvGrpSpPr>
              <p:cNvPr id="449" name="Google Shape;449;p16"/>
              <p:cNvGrpSpPr/>
              <p:nvPr/>
            </p:nvGrpSpPr>
            <p:grpSpPr>
              <a:xfrm>
                <a:off x="10776489" y="3999547"/>
                <a:ext cx="313848" cy="181546"/>
                <a:chOff x="10776489" y="3999547"/>
                <a:chExt cx="313848" cy="181546"/>
              </a:xfrm>
            </p:grpSpPr>
            <p:sp>
              <p:nvSpPr>
                <p:cNvPr id="450" name="Google Shape;450;p16"/>
                <p:cNvSpPr/>
                <p:nvPr/>
              </p:nvSpPr>
              <p:spPr>
                <a:xfrm>
                  <a:off x="10776489" y="3999547"/>
                  <a:ext cx="313848" cy="214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3848" h="21431" extrusionOk="0">
                      <a:moveTo>
                        <a:pt x="0" y="0"/>
                      </a:moveTo>
                      <a:lnTo>
                        <a:pt x="313848" y="0"/>
                      </a:lnTo>
                      <a:lnTo>
                        <a:pt x="313848" y="21431"/>
                      </a:lnTo>
                      <a:lnTo>
                        <a:pt x="0" y="21431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451" name="Google Shape;451;p16"/>
                <p:cNvSpPr/>
                <p:nvPr/>
              </p:nvSpPr>
              <p:spPr>
                <a:xfrm>
                  <a:off x="10776489" y="4052887"/>
                  <a:ext cx="313848" cy="214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3848" h="21431" extrusionOk="0">
                      <a:moveTo>
                        <a:pt x="0" y="0"/>
                      </a:moveTo>
                      <a:lnTo>
                        <a:pt x="313848" y="0"/>
                      </a:lnTo>
                      <a:lnTo>
                        <a:pt x="313848" y="21431"/>
                      </a:lnTo>
                      <a:lnTo>
                        <a:pt x="0" y="21431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452" name="Google Shape;452;p16"/>
                <p:cNvSpPr/>
                <p:nvPr/>
              </p:nvSpPr>
              <p:spPr>
                <a:xfrm>
                  <a:off x="10776489" y="4106322"/>
                  <a:ext cx="313848" cy="214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3848" h="21431" extrusionOk="0">
                      <a:moveTo>
                        <a:pt x="0" y="0"/>
                      </a:moveTo>
                      <a:lnTo>
                        <a:pt x="313848" y="0"/>
                      </a:lnTo>
                      <a:lnTo>
                        <a:pt x="313848" y="21431"/>
                      </a:lnTo>
                      <a:lnTo>
                        <a:pt x="0" y="21431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453" name="Google Shape;453;p16"/>
                <p:cNvSpPr/>
                <p:nvPr/>
              </p:nvSpPr>
              <p:spPr>
                <a:xfrm>
                  <a:off x="10776489" y="4159662"/>
                  <a:ext cx="184689" cy="214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84689" h="21431" extrusionOk="0">
                      <a:moveTo>
                        <a:pt x="0" y="0"/>
                      </a:moveTo>
                      <a:lnTo>
                        <a:pt x="184690" y="0"/>
                      </a:lnTo>
                      <a:lnTo>
                        <a:pt x="184690" y="21431"/>
                      </a:lnTo>
                      <a:lnTo>
                        <a:pt x="0" y="21431"/>
                      </a:lnTo>
                      <a:close/>
                    </a:path>
                  </a:pathLst>
                </a:custGeom>
                <a:solidFill>
                  <a:srgbClr val="42444F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sp>
            <p:nvSpPr>
              <p:cNvPr id="454" name="Google Shape;454;p16"/>
              <p:cNvSpPr/>
              <p:nvPr/>
            </p:nvSpPr>
            <p:spPr>
              <a:xfrm>
                <a:off x="11039951" y="3528536"/>
                <a:ext cx="112584" cy="112585"/>
              </a:xfrm>
              <a:custGeom>
                <a:avLst/>
                <a:gdLst/>
                <a:ahLst/>
                <a:cxnLst/>
                <a:rect l="l" t="t" r="r" b="b"/>
                <a:pathLst>
                  <a:path w="112584" h="112585" extrusionOk="0">
                    <a:moveTo>
                      <a:pt x="112585" y="112585"/>
                    </a:moveTo>
                    <a:lnTo>
                      <a:pt x="0" y="112585"/>
                    </a:lnTo>
                    <a:lnTo>
                      <a:pt x="0" y="0"/>
                    </a:lnTo>
                    <a:lnTo>
                      <a:pt x="0" y="0"/>
                    </a:lnTo>
                    <a:cubicBezTo>
                      <a:pt x="43910" y="43910"/>
                      <a:pt x="68580" y="68580"/>
                      <a:pt x="112585" y="112585"/>
                    </a:cubicBezTo>
                    <a:lnTo>
                      <a:pt x="112585" y="112585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455" name="Google Shape;455;p16"/>
            <p:cNvGrpSpPr/>
            <p:nvPr/>
          </p:nvGrpSpPr>
          <p:grpSpPr>
            <a:xfrm>
              <a:off x="10572463" y="3657790"/>
              <a:ext cx="438817" cy="746569"/>
              <a:chOff x="10572463" y="3657790"/>
              <a:chExt cx="438817" cy="746569"/>
            </a:xfrm>
          </p:grpSpPr>
          <p:sp>
            <p:nvSpPr>
              <p:cNvPr id="456" name="Google Shape;456;p16"/>
              <p:cNvSpPr/>
              <p:nvPr/>
            </p:nvSpPr>
            <p:spPr>
              <a:xfrm>
                <a:off x="10572463" y="3657790"/>
                <a:ext cx="438817" cy="746569"/>
              </a:xfrm>
              <a:custGeom>
                <a:avLst/>
                <a:gdLst/>
                <a:ahLst/>
                <a:cxnLst/>
                <a:rect l="l" t="t" r="r" b="b"/>
                <a:pathLst>
                  <a:path w="438817" h="746569" extrusionOk="0">
                    <a:moveTo>
                      <a:pt x="438722" y="746570"/>
                    </a:moveTo>
                    <a:lnTo>
                      <a:pt x="0" y="746570"/>
                    </a:lnTo>
                    <a:lnTo>
                      <a:pt x="0" y="0"/>
                    </a:lnTo>
                    <a:lnTo>
                      <a:pt x="326231" y="0"/>
                    </a:lnTo>
                    <a:cubicBezTo>
                      <a:pt x="370141" y="43910"/>
                      <a:pt x="394812" y="68580"/>
                      <a:pt x="438817" y="112586"/>
                    </a:cubicBezTo>
                    <a:lnTo>
                      <a:pt x="438817" y="74657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grpSp>
            <p:nvGrpSpPr>
              <p:cNvPr id="457" name="Google Shape;457;p16"/>
              <p:cNvGrpSpPr/>
              <p:nvPr/>
            </p:nvGrpSpPr>
            <p:grpSpPr>
              <a:xfrm>
                <a:off x="10635138" y="3754469"/>
                <a:ext cx="313848" cy="288321"/>
                <a:chOff x="10635138" y="3754469"/>
                <a:chExt cx="313848" cy="288321"/>
              </a:xfrm>
            </p:grpSpPr>
            <p:sp>
              <p:nvSpPr>
                <p:cNvPr id="458" name="Google Shape;458;p16"/>
                <p:cNvSpPr/>
                <p:nvPr/>
              </p:nvSpPr>
              <p:spPr>
                <a:xfrm>
                  <a:off x="10635138" y="3754469"/>
                  <a:ext cx="313848" cy="214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3848" h="21431" extrusionOk="0">
                      <a:moveTo>
                        <a:pt x="0" y="0"/>
                      </a:moveTo>
                      <a:lnTo>
                        <a:pt x="313849" y="0"/>
                      </a:lnTo>
                      <a:lnTo>
                        <a:pt x="313849" y="21431"/>
                      </a:lnTo>
                      <a:lnTo>
                        <a:pt x="0" y="21431"/>
                      </a:lnTo>
                      <a:close/>
                    </a:path>
                  </a:pathLst>
                </a:custGeom>
                <a:solidFill>
                  <a:schemeClr val="accent6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459" name="Google Shape;459;p16"/>
                <p:cNvSpPr/>
                <p:nvPr/>
              </p:nvSpPr>
              <p:spPr>
                <a:xfrm>
                  <a:off x="10635138" y="3807904"/>
                  <a:ext cx="313848" cy="214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3848" h="21431" extrusionOk="0">
                      <a:moveTo>
                        <a:pt x="0" y="0"/>
                      </a:moveTo>
                      <a:lnTo>
                        <a:pt x="313849" y="0"/>
                      </a:lnTo>
                      <a:lnTo>
                        <a:pt x="313849" y="21431"/>
                      </a:lnTo>
                      <a:lnTo>
                        <a:pt x="0" y="21431"/>
                      </a:lnTo>
                      <a:close/>
                    </a:path>
                  </a:pathLst>
                </a:custGeom>
                <a:solidFill>
                  <a:schemeClr val="accent6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460" name="Google Shape;460;p16"/>
                <p:cNvSpPr/>
                <p:nvPr/>
              </p:nvSpPr>
              <p:spPr>
                <a:xfrm>
                  <a:off x="10635138" y="3861244"/>
                  <a:ext cx="313848" cy="214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3848" h="21431" extrusionOk="0">
                      <a:moveTo>
                        <a:pt x="0" y="0"/>
                      </a:moveTo>
                      <a:lnTo>
                        <a:pt x="313849" y="0"/>
                      </a:lnTo>
                      <a:lnTo>
                        <a:pt x="313849" y="21431"/>
                      </a:lnTo>
                      <a:lnTo>
                        <a:pt x="0" y="21431"/>
                      </a:lnTo>
                      <a:close/>
                    </a:path>
                  </a:pathLst>
                </a:custGeom>
                <a:solidFill>
                  <a:schemeClr val="accent6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461" name="Google Shape;461;p16"/>
                <p:cNvSpPr/>
                <p:nvPr/>
              </p:nvSpPr>
              <p:spPr>
                <a:xfrm>
                  <a:off x="10635138" y="3914584"/>
                  <a:ext cx="313848" cy="214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3848" h="21431" extrusionOk="0">
                      <a:moveTo>
                        <a:pt x="0" y="0"/>
                      </a:moveTo>
                      <a:lnTo>
                        <a:pt x="313849" y="0"/>
                      </a:lnTo>
                      <a:lnTo>
                        <a:pt x="313849" y="21431"/>
                      </a:lnTo>
                      <a:lnTo>
                        <a:pt x="0" y="21431"/>
                      </a:lnTo>
                      <a:close/>
                    </a:path>
                  </a:pathLst>
                </a:custGeom>
                <a:solidFill>
                  <a:schemeClr val="accent6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462" name="Google Shape;462;p16"/>
                <p:cNvSpPr/>
                <p:nvPr/>
              </p:nvSpPr>
              <p:spPr>
                <a:xfrm>
                  <a:off x="10635138" y="3968019"/>
                  <a:ext cx="313848" cy="214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3848" h="21431" extrusionOk="0">
                      <a:moveTo>
                        <a:pt x="0" y="0"/>
                      </a:moveTo>
                      <a:lnTo>
                        <a:pt x="313849" y="0"/>
                      </a:lnTo>
                      <a:lnTo>
                        <a:pt x="313849" y="21431"/>
                      </a:lnTo>
                      <a:lnTo>
                        <a:pt x="0" y="21431"/>
                      </a:lnTo>
                      <a:close/>
                    </a:path>
                  </a:pathLst>
                </a:custGeom>
                <a:solidFill>
                  <a:schemeClr val="accent6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463" name="Google Shape;463;p16"/>
                <p:cNvSpPr/>
                <p:nvPr/>
              </p:nvSpPr>
              <p:spPr>
                <a:xfrm>
                  <a:off x="10635138" y="4021359"/>
                  <a:ext cx="184689" cy="214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84689" h="21431" extrusionOk="0">
                      <a:moveTo>
                        <a:pt x="0" y="0"/>
                      </a:moveTo>
                      <a:lnTo>
                        <a:pt x="184689" y="0"/>
                      </a:lnTo>
                      <a:lnTo>
                        <a:pt x="184689" y="21431"/>
                      </a:lnTo>
                      <a:lnTo>
                        <a:pt x="-1" y="21431"/>
                      </a:lnTo>
                      <a:close/>
                    </a:path>
                  </a:pathLst>
                </a:custGeom>
                <a:solidFill>
                  <a:schemeClr val="accent6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grpSp>
            <p:nvGrpSpPr>
              <p:cNvPr id="464" name="Google Shape;464;p16"/>
              <p:cNvGrpSpPr/>
              <p:nvPr/>
            </p:nvGrpSpPr>
            <p:grpSpPr>
              <a:xfrm>
                <a:off x="10635138" y="4128801"/>
                <a:ext cx="313848" cy="181547"/>
                <a:chOff x="10635138" y="4128801"/>
                <a:chExt cx="313848" cy="181547"/>
              </a:xfrm>
            </p:grpSpPr>
            <p:sp>
              <p:nvSpPr>
                <p:cNvPr id="465" name="Google Shape;465;p16"/>
                <p:cNvSpPr/>
                <p:nvPr/>
              </p:nvSpPr>
              <p:spPr>
                <a:xfrm>
                  <a:off x="10635138" y="4128801"/>
                  <a:ext cx="313848" cy="214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3848" h="21431" extrusionOk="0">
                      <a:moveTo>
                        <a:pt x="0" y="0"/>
                      </a:moveTo>
                      <a:lnTo>
                        <a:pt x="313849" y="0"/>
                      </a:lnTo>
                      <a:lnTo>
                        <a:pt x="313849" y="21431"/>
                      </a:lnTo>
                      <a:lnTo>
                        <a:pt x="0" y="21431"/>
                      </a:lnTo>
                      <a:close/>
                    </a:path>
                  </a:pathLst>
                </a:custGeom>
                <a:solidFill>
                  <a:schemeClr val="accent6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466" name="Google Shape;466;p16"/>
                <p:cNvSpPr/>
                <p:nvPr/>
              </p:nvSpPr>
              <p:spPr>
                <a:xfrm>
                  <a:off x="10635138" y="4182141"/>
                  <a:ext cx="313848" cy="214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3848" h="21431" extrusionOk="0">
                      <a:moveTo>
                        <a:pt x="0" y="0"/>
                      </a:moveTo>
                      <a:lnTo>
                        <a:pt x="313849" y="0"/>
                      </a:lnTo>
                      <a:lnTo>
                        <a:pt x="313849" y="21431"/>
                      </a:lnTo>
                      <a:lnTo>
                        <a:pt x="0" y="21431"/>
                      </a:lnTo>
                      <a:close/>
                    </a:path>
                  </a:pathLst>
                </a:custGeom>
                <a:solidFill>
                  <a:schemeClr val="accent6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467" name="Google Shape;467;p16"/>
                <p:cNvSpPr/>
                <p:nvPr/>
              </p:nvSpPr>
              <p:spPr>
                <a:xfrm>
                  <a:off x="10635138" y="4235481"/>
                  <a:ext cx="313848" cy="214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3848" h="21431" extrusionOk="0">
                      <a:moveTo>
                        <a:pt x="0" y="0"/>
                      </a:moveTo>
                      <a:lnTo>
                        <a:pt x="313849" y="0"/>
                      </a:lnTo>
                      <a:lnTo>
                        <a:pt x="313849" y="21431"/>
                      </a:lnTo>
                      <a:lnTo>
                        <a:pt x="0" y="21431"/>
                      </a:lnTo>
                      <a:close/>
                    </a:path>
                  </a:pathLst>
                </a:custGeom>
                <a:solidFill>
                  <a:schemeClr val="accent6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468" name="Google Shape;468;p16"/>
                <p:cNvSpPr/>
                <p:nvPr/>
              </p:nvSpPr>
              <p:spPr>
                <a:xfrm>
                  <a:off x="10635138" y="4288917"/>
                  <a:ext cx="184689" cy="214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84689" h="21431" extrusionOk="0">
                      <a:moveTo>
                        <a:pt x="0" y="0"/>
                      </a:moveTo>
                      <a:lnTo>
                        <a:pt x="184689" y="0"/>
                      </a:lnTo>
                      <a:lnTo>
                        <a:pt x="184689" y="21431"/>
                      </a:lnTo>
                      <a:lnTo>
                        <a:pt x="-1" y="21431"/>
                      </a:lnTo>
                      <a:close/>
                    </a:path>
                  </a:pathLst>
                </a:custGeom>
                <a:solidFill>
                  <a:schemeClr val="accent6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sp>
            <p:nvSpPr>
              <p:cNvPr id="469" name="Google Shape;469;p16"/>
              <p:cNvSpPr/>
              <p:nvPr/>
            </p:nvSpPr>
            <p:spPr>
              <a:xfrm>
                <a:off x="10898599" y="3657790"/>
                <a:ext cx="112586" cy="112585"/>
              </a:xfrm>
              <a:custGeom>
                <a:avLst/>
                <a:gdLst/>
                <a:ahLst/>
                <a:cxnLst/>
                <a:rect l="l" t="t" r="r" b="b"/>
                <a:pathLst>
                  <a:path w="112586" h="112585" extrusionOk="0">
                    <a:moveTo>
                      <a:pt x="112586" y="112586"/>
                    </a:moveTo>
                    <a:lnTo>
                      <a:pt x="0" y="112586"/>
                    </a:lnTo>
                    <a:lnTo>
                      <a:pt x="0" y="0"/>
                    </a:lnTo>
                    <a:lnTo>
                      <a:pt x="0" y="0"/>
                    </a:lnTo>
                    <a:cubicBezTo>
                      <a:pt x="43910" y="43910"/>
                      <a:pt x="68581" y="68580"/>
                      <a:pt x="112586" y="112586"/>
                    </a:cubicBezTo>
                    <a:lnTo>
                      <a:pt x="112586" y="112586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470" name="Google Shape;470;p16"/>
          <p:cNvGrpSpPr/>
          <p:nvPr/>
        </p:nvGrpSpPr>
        <p:grpSpPr>
          <a:xfrm>
            <a:off x="309868" y="711612"/>
            <a:ext cx="18197" cy="243247"/>
            <a:chOff x="10809827" y="4402455"/>
            <a:chExt cx="24764" cy="330993"/>
          </a:xfrm>
        </p:grpSpPr>
        <p:sp>
          <p:nvSpPr>
            <p:cNvPr id="471" name="Google Shape;471;p16"/>
            <p:cNvSpPr/>
            <p:nvPr/>
          </p:nvSpPr>
          <p:spPr>
            <a:xfrm>
              <a:off x="10822209" y="4414266"/>
              <a:ext cx="9525" cy="307467"/>
            </a:xfrm>
            <a:custGeom>
              <a:avLst/>
              <a:gdLst/>
              <a:ahLst/>
              <a:cxnLst/>
              <a:rect l="l" t="t" r="r" b="b"/>
              <a:pathLst>
                <a:path w="9525" h="307467" extrusionOk="0">
                  <a:moveTo>
                    <a:pt x="-1" y="307467"/>
                  </a:moveTo>
                  <a:lnTo>
                    <a:pt x="-1" y="0"/>
                  </a:lnTo>
                </a:path>
              </a:pathLst>
            </a:custGeom>
            <a:solidFill>
              <a:schemeClr val="accent4"/>
            </a:solidFill>
            <a:ln w="10950" cap="flat" cmpd="sng">
              <a:solidFill>
                <a:schemeClr val="accent4"/>
              </a:solidFill>
              <a:prstDash val="dashDot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72" name="Google Shape;472;p16"/>
            <p:cNvSpPr/>
            <p:nvPr/>
          </p:nvSpPr>
          <p:spPr>
            <a:xfrm>
              <a:off x="10809827" y="4708683"/>
              <a:ext cx="24764" cy="24765"/>
            </a:xfrm>
            <a:custGeom>
              <a:avLst/>
              <a:gdLst/>
              <a:ahLst/>
              <a:cxnLst/>
              <a:rect l="l" t="t" r="r" b="b"/>
              <a:pathLst>
                <a:path w="24764" h="24765" extrusionOk="0">
                  <a:moveTo>
                    <a:pt x="24765" y="12382"/>
                  </a:moveTo>
                  <a:cubicBezTo>
                    <a:pt x="24765" y="19240"/>
                    <a:pt x="19241" y="24765"/>
                    <a:pt x="12382" y="24765"/>
                  </a:cubicBezTo>
                  <a:cubicBezTo>
                    <a:pt x="5524" y="24765"/>
                    <a:pt x="0" y="19240"/>
                    <a:pt x="0" y="12382"/>
                  </a:cubicBezTo>
                  <a:cubicBezTo>
                    <a:pt x="0" y="5524"/>
                    <a:pt x="5524" y="0"/>
                    <a:pt x="12382" y="0"/>
                  </a:cubicBezTo>
                  <a:cubicBezTo>
                    <a:pt x="19241" y="0"/>
                    <a:pt x="24765" y="5524"/>
                    <a:pt x="24765" y="12382"/>
                  </a:cubicBezTo>
                  <a:close/>
                </a:path>
              </a:pathLst>
            </a:custGeom>
            <a:solidFill>
              <a:schemeClr val="accent4"/>
            </a:solidFill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73" name="Google Shape;473;p16"/>
            <p:cNvSpPr/>
            <p:nvPr/>
          </p:nvSpPr>
          <p:spPr>
            <a:xfrm>
              <a:off x="10809827" y="4402455"/>
              <a:ext cx="24764" cy="24764"/>
            </a:xfrm>
            <a:custGeom>
              <a:avLst/>
              <a:gdLst/>
              <a:ahLst/>
              <a:cxnLst/>
              <a:rect l="l" t="t" r="r" b="b"/>
              <a:pathLst>
                <a:path w="24764" h="24764" extrusionOk="0">
                  <a:moveTo>
                    <a:pt x="24765" y="12382"/>
                  </a:moveTo>
                  <a:cubicBezTo>
                    <a:pt x="24765" y="5524"/>
                    <a:pt x="19241" y="0"/>
                    <a:pt x="12382" y="0"/>
                  </a:cubicBezTo>
                  <a:cubicBezTo>
                    <a:pt x="5524" y="0"/>
                    <a:pt x="0" y="5524"/>
                    <a:pt x="0" y="12382"/>
                  </a:cubicBezTo>
                  <a:cubicBezTo>
                    <a:pt x="0" y="19240"/>
                    <a:pt x="5524" y="24765"/>
                    <a:pt x="12382" y="24765"/>
                  </a:cubicBezTo>
                  <a:cubicBezTo>
                    <a:pt x="19241" y="24765"/>
                    <a:pt x="24765" y="19240"/>
                    <a:pt x="24765" y="12382"/>
                  </a:cubicBezTo>
                  <a:close/>
                </a:path>
              </a:pathLst>
            </a:custGeom>
            <a:solidFill>
              <a:schemeClr val="accent4"/>
            </a:solidFill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74" name="Google Shape;474;p16"/>
          <p:cNvGrpSpPr/>
          <p:nvPr/>
        </p:nvGrpSpPr>
        <p:grpSpPr>
          <a:xfrm>
            <a:off x="8421644" y="1045085"/>
            <a:ext cx="396068" cy="717683"/>
            <a:chOff x="1945386" y="5582316"/>
            <a:chExt cx="470725" cy="852963"/>
          </a:xfrm>
        </p:grpSpPr>
        <p:grpSp>
          <p:nvGrpSpPr>
            <p:cNvPr id="475" name="Google Shape;475;p16"/>
            <p:cNvGrpSpPr/>
            <p:nvPr/>
          </p:nvGrpSpPr>
          <p:grpSpPr>
            <a:xfrm>
              <a:off x="1945386" y="5582316"/>
              <a:ext cx="470725" cy="852963"/>
              <a:chOff x="1945386" y="5582316"/>
              <a:chExt cx="470725" cy="852963"/>
            </a:xfrm>
          </p:grpSpPr>
          <p:sp>
            <p:nvSpPr>
              <p:cNvPr id="476" name="Google Shape;476;p16"/>
              <p:cNvSpPr/>
              <p:nvPr/>
            </p:nvSpPr>
            <p:spPr>
              <a:xfrm>
                <a:off x="1945386" y="5582316"/>
                <a:ext cx="470725" cy="852963"/>
              </a:xfrm>
              <a:custGeom>
                <a:avLst/>
                <a:gdLst/>
                <a:ahLst/>
                <a:cxnLst/>
                <a:rect l="l" t="t" r="r" b="b"/>
                <a:pathLst>
                  <a:path w="470725" h="852963" extrusionOk="0">
                    <a:moveTo>
                      <a:pt x="435388" y="0"/>
                    </a:moveTo>
                    <a:cubicBezTo>
                      <a:pt x="454904" y="0"/>
                      <a:pt x="470726" y="15821"/>
                      <a:pt x="470726" y="35338"/>
                    </a:cubicBezTo>
                    <a:lnTo>
                      <a:pt x="470726" y="817626"/>
                    </a:lnTo>
                    <a:cubicBezTo>
                      <a:pt x="470726" y="837143"/>
                      <a:pt x="454904" y="852964"/>
                      <a:pt x="435388" y="852964"/>
                    </a:cubicBezTo>
                    <a:lnTo>
                      <a:pt x="35338" y="852964"/>
                    </a:lnTo>
                    <a:cubicBezTo>
                      <a:pt x="15821" y="852964"/>
                      <a:pt x="0" y="837143"/>
                      <a:pt x="0" y="817626"/>
                    </a:cubicBezTo>
                    <a:lnTo>
                      <a:pt x="0" y="35338"/>
                    </a:lnTo>
                    <a:cubicBezTo>
                      <a:pt x="0" y="15822"/>
                      <a:pt x="15821" y="0"/>
                      <a:pt x="35338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77" name="Google Shape;477;p16"/>
              <p:cNvSpPr/>
              <p:nvPr/>
            </p:nvSpPr>
            <p:spPr>
              <a:xfrm>
                <a:off x="1965864" y="5625846"/>
                <a:ext cx="429577" cy="699420"/>
              </a:xfrm>
              <a:custGeom>
                <a:avLst/>
                <a:gdLst/>
                <a:ahLst/>
                <a:cxnLst/>
                <a:rect l="l" t="t" r="r" b="b"/>
                <a:pathLst>
                  <a:path w="429577" h="699420" extrusionOk="0">
                    <a:moveTo>
                      <a:pt x="0" y="0"/>
                    </a:moveTo>
                    <a:lnTo>
                      <a:pt x="429578" y="0"/>
                    </a:lnTo>
                    <a:lnTo>
                      <a:pt x="429578" y="699421"/>
                    </a:lnTo>
                    <a:lnTo>
                      <a:pt x="0" y="699421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sp>
          <p:nvSpPr>
            <p:cNvPr id="478" name="Google Shape;478;p16"/>
            <p:cNvSpPr/>
            <p:nvPr/>
          </p:nvSpPr>
          <p:spPr>
            <a:xfrm>
              <a:off x="1986438" y="6371462"/>
              <a:ext cx="388334" cy="32194"/>
            </a:xfrm>
            <a:custGeom>
              <a:avLst/>
              <a:gdLst/>
              <a:ahLst/>
              <a:cxnLst/>
              <a:rect l="l" t="t" r="r" b="b"/>
              <a:pathLst>
                <a:path w="388334" h="32194" extrusionOk="0">
                  <a:moveTo>
                    <a:pt x="88011" y="0"/>
                  </a:moveTo>
                  <a:lnTo>
                    <a:pt x="16097" y="0"/>
                  </a:lnTo>
                  <a:cubicBezTo>
                    <a:pt x="7239" y="0"/>
                    <a:pt x="0" y="7239"/>
                    <a:pt x="0" y="16097"/>
                  </a:cubicBezTo>
                  <a:cubicBezTo>
                    <a:pt x="0" y="24955"/>
                    <a:pt x="7239" y="32195"/>
                    <a:pt x="16097" y="32195"/>
                  </a:cubicBezTo>
                  <a:lnTo>
                    <a:pt x="88011" y="32195"/>
                  </a:lnTo>
                  <a:cubicBezTo>
                    <a:pt x="96869" y="32195"/>
                    <a:pt x="104108" y="24955"/>
                    <a:pt x="104108" y="16097"/>
                  </a:cubicBezTo>
                  <a:cubicBezTo>
                    <a:pt x="104108" y="7239"/>
                    <a:pt x="96869" y="0"/>
                    <a:pt x="88011" y="0"/>
                  </a:cubicBezTo>
                  <a:close/>
                  <a:moveTo>
                    <a:pt x="230124" y="0"/>
                  </a:moveTo>
                  <a:lnTo>
                    <a:pt x="158210" y="0"/>
                  </a:lnTo>
                  <a:cubicBezTo>
                    <a:pt x="149352" y="0"/>
                    <a:pt x="142113" y="7239"/>
                    <a:pt x="142113" y="16097"/>
                  </a:cubicBezTo>
                  <a:cubicBezTo>
                    <a:pt x="142113" y="24955"/>
                    <a:pt x="149352" y="32195"/>
                    <a:pt x="158210" y="32195"/>
                  </a:cubicBezTo>
                  <a:lnTo>
                    <a:pt x="230124" y="32195"/>
                  </a:lnTo>
                  <a:cubicBezTo>
                    <a:pt x="238982" y="32195"/>
                    <a:pt x="246221" y="24955"/>
                    <a:pt x="246221" y="16097"/>
                  </a:cubicBezTo>
                  <a:cubicBezTo>
                    <a:pt x="246221" y="7239"/>
                    <a:pt x="238982" y="0"/>
                    <a:pt x="230124" y="0"/>
                  </a:cubicBezTo>
                  <a:close/>
                  <a:moveTo>
                    <a:pt x="372237" y="0"/>
                  </a:moveTo>
                  <a:lnTo>
                    <a:pt x="300323" y="0"/>
                  </a:lnTo>
                  <a:cubicBezTo>
                    <a:pt x="291465" y="0"/>
                    <a:pt x="284226" y="7239"/>
                    <a:pt x="284226" y="16097"/>
                  </a:cubicBezTo>
                  <a:cubicBezTo>
                    <a:pt x="284226" y="24955"/>
                    <a:pt x="291465" y="32195"/>
                    <a:pt x="300323" y="32195"/>
                  </a:cubicBezTo>
                  <a:lnTo>
                    <a:pt x="372237" y="32195"/>
                  </a:lnTo>
                  <a:cubicBezTo>
                    <a:pt x="381095" y="32195"/>
                    <a:pt x="388334" y="24955"/>
                    <a:pt x="388334" y="16097"/>
                  </a:cubicBezTo>
                  <a:cubicBezTo>
                    <a:pt x="388334" y="7239"/>
                    <a:pt x="381095" y="0"/>
                    <a:pt x="372237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79" name="Google Shape;479;p16"/>
          <p:cNvGrpSpPr/>
          <p:nvPr/>
        </p:nvGrpSpPr>
        <p:grpSpPr>
          <a:xfrm>
            <a:off x="8088695" y="57742"/>
            <a:ext cx="1061979" cy="558999"/>
            <a:chOff x="3859815" y="2867310"/>
            <a:chExt cx="1262157" cy="664368"/>
          </a:xfrm>
        </p:grpSpPr>
        <p:sp>
          <p:nvSpPr>
            <p:cNvPr id="480" name="Google Shape;480;p16"/>
            <p:cNvSpPr/>
            <p:nvPr/>
          </p:nvSpPr>
          <p:spPr>
            <a:xfrm>
              <a:off x="3859815" y="2867310"/>
              <a:ext cx="1262157" cy="664368"/>
            </a:xfrm>
            <a:custGeom>
              <a:avLst/>
              <a:gdLst/>
              <a:ahLst/>
              <a:cxnLst/>
              <a:rect l="l" t="t" r="r" b="b"/>
              <a:pathLst>
                <a:path w="1262157" h="664368" extrusionOk="0">
                  <a:moveTo>
                    <a:pt x="1102233" y="344424"/>
                  </a:moveTo>
                  <a:cubicBezTo>
                    <a:pt x="1090231" y="344424"/>
                    <a:pt x="1078611" y="345757"/>
                    <a:pt x="1067372" y="348234"/>
                  </a:cubicBezTo>
                  <a:cubicBezTo>
                    <a:pt x="1048131" y="223838"/>
                    <a:pt x="945166" y="127159"/>
                    <a:pt x="817816" y="117348"/>
                  </a:cubicBezTo>
                  <a:cubicBezTo>
                    <a:pt x="756856" y="45625"/>
                    <a:pt x="666083" y="0"/>
                    <a:pt x="564547" y="0"/>
                  </a:cubicBezTo>
                  <a:cubicBezTo>
                    <a:pt x="398526" y="0"/>
                    <a:pt x="260890" y="121825"/>
                    <a:pt x="236220" y="280988"/>
                  </a:cubicBezTo>
                  <a:cubicBezTo>
                    <a:pt x="222599" y="277939"/>
                    <a:pt x="208502" y="276320"/>
                    <a:pt x="194024" y="276320"/>
                  </a:cubicBezTo>
                  <a:cubicBezTo>
                    <a:pt x="86868" y="276320"/>
                    <a:pt x="0" y="363188"/>
                    <a:pt x="0" y="470345"/>
                  </a:cubicBezTo>
                  <a:cubicBezTo>
                    <a:pt x="0" y="577501"/>
                    <a:pt x="86868" y="664369"/>
                    <a:pt x="194024" y="664369"/>
                  </a:cubicBezTo>
                  <a:lnTo>
                    <a:pt x="1102138" y="664369"/>
                  </a:lnTo>
                  <a:cubicBezTo>
                    <a:pt x="1190530" y="664369"/>
                    <a:pt x="1262158" y="592741"/>
                    <a:pt x="1262158" y="504349"/>
                  </a:cubicBezTo>
                  <a:cubicBezTo>
                    <a:pt x="1262158" y="415957"/>
                    <a:pt x="1190530" y="344329"/>
                    <a:pt x="1102138" y="344329"/>
                  </a:cubicBezTo>
                  <a:close/>
                </a:path>
              </a:pathLst>
            </a:custGeom>
            <a:solidFill>
              <a:srgbClr val="42444F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grpSp>
          <p:nvGrpSpPr>
            <p:cNvPr id="481" name="Google Shape;481;p16"/>
            <p:cNvGrpSpPr/>
            <p:nvPr/>
          </p:nvGrpSpPr>
          <p:grpSpPr>
            <a:xfrm>
              <a:off x="4275677" y="3065525"/>
              <a:ext cx="334517" cy="380047"/>
              <a:chOff x="4275677" y="3065525"/>
              <a:chExt cx="334517" cy="380047"/>
            </a:xfrm>
          </p:grpSpPr>
          <p:grpSp>
            <p:nvGrpSpPr>
              <p:cNvPr id="482" name="Google Shape;482;p16"/>
              <p:cNvGrpSpPr/>
              <p:nvPr/>
            </p:nvGrpSpPr>
            <p:grpSpPr>
              <a:xfrm>
                <a:off x="4275677" y="3065525"/>
                <a:ext cx="334517" cy="380047"/>
                <a:chOff x="4275677" y="3065525"/>
                <a:chExt cx="334517" cy="380047"/>
              </a:xfrm>
            </p:grpSpPr>
            <p:grpSp>
              <p:nvGrpSpPr>
                <p:cNvPr id="483" name="Google Shape;483;p16"/>
                <p:cNvGrpSpPr/>
                <p:nvPr/>
              </p:nvGrpSpPr>
              <p:grpSpPr>
                <a:xfrm>
                  <a:off x="4275677" y="3301269"/>
                  <a:ext cx="334422" cy="144303"/>
                  <a:chOff x="4275677" y="3301269"/>
                  <a:chExt cx="334422" cy="144303"/>
                </a:xfrm>
              </p:grpSpPr>
              <p:sp>
                <p:nvSpPr>
                  <p:cNvPr id="484" name="Google Shape;484;p16"/>
                  <p:cNvSpPr/>
                  <p:nvPr/>
                </p:nvSpPr>
                <p:spPr>
                  <a:xfrm>
                    <a:off x="4275677" y="3331654"/>
                    <a:ext cx="334422" cy="113918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34422" h="113918" extrusionOk="0">
                        <a:moveTo>
                          <a:pt x="95" y="0"/>
                        </a:moveTo>
                        <a:lnTo>
                          <a:pt x="95" y="83534"/>
                        </a:lnTo>
                        <a:cubicBezTo>
                          <a:pt x="95" y="100298"/>
                          <a:pt x="74962" y="113919"/>
                          <a:pt x="167259" y="113919"/>
                        </a:cubicBezTo>
                        <a:cubicBezTo>
                          <a:pt x="259556" y="113919"/>
                          <a:pt x="334423" y="100298"/>
                          <a:pt x="334423" y="83534"/>
                        </a:cubicBezTo>
                        <a:lnTo>
                          <a:pt x="334423" y="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solidFill>
                    <a:srgbClr val="CFD3D9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 dirty="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85" name="Google Shape;485;p16"/>
                  <p:cNvSpPr/>
                  <p:nvPr/>
                </p:nvSpPr>
                <p:spPr>
                  <a:xfrm>
                    <a:off x="4275772" y="3301269"/>
                    <a:ext cx="334327" cy="6076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34327" h="60769" extrusionOk="0">
                        <a:moveTo>
                          <a:pt x="334328" y="30385"/>
                        </a:moveTo>
                        <a:cubicBezTo>
                          <a:pt x="334328" y="47166"/>
                          <a:pt x="259486" y="60770"/>
                          <a:pt x="167164" y="60770"/>
                        </a:cubicBezTo>
                        <a:cubicBezTo>
                          <a:pt x="74842" y="60770"/>
                          <a:pt x="0" y="47166"/>
                          <a:pt x="0" y="30385"/>
                        </a:cubicBezTo>
                        <a:cubicBezTo>
                          <a:pt x="0" y="13604"/>
                          <a:pt x="74842" y="0"/>
                          <a:pt x="167164" y="0"/>
                        </a:cubicBezTo>
                        <a:cubicBezTo>
                          <a:pt x="259486" y="0"/>
                          <a:pt x="334328" y="13604"/>
                          <a:pt x="334328" y="30385"/>
                        </a:cubicBezTo>
                        <a:close/>
                      </a:path>
                    </a:pathLst>
                  </a:custGeom>
                  <a:solidFill>
                    <a:srgbClr val="E6EAF0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 dirty="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486" name="Google Shape;486;p16"/>
                <p:cNvGrpSpPr/>
                <p:nvPr/>
              </p:nvGrpSpPr>
              <p:grpSpPr>
                <a:xfrm>
                  <a:off x="4275677" y="3183350"/>
                  <a:ext cx="334422" cy="144302"/>
                  <a:chOff x="4275677" y="3183350"/>
                  <a:chExt cx="334422" cy="144302"/>
                </a:xfrm>
              </p:grpSpPr>
              <p:sp>
                <p:nvSpPr>
                  <p:cNvPr id="487" name="Google Shape;487;p16"/>
                  <p:cNvSpPr/>
                  <p:nvPr/>
                </p:nvSpPr>
                <p:spPr>
                  <a:xfrm>
                    <a:off x="4275677" y="3213734"/>
                    <a:ext cx="334422" cy="113918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34422" h="113918" extrusionOk="0">
                        <a:moveTo>
                          <a:pt x="95" y="0"/>
                        </a:moveTo>
                        <a:lnTo>
                          <a:pt x="95" y="83534"/>
                        </a:lnTo>
                        <a:cubicBezTo>
                          <a:pt x="95" y="100298"/>
                          <a:pt x="74962" y="113919"/>
                          <a:pt x="167259" y="113919"/>
                        </a:cubicBezTo>
                        <a:cubicBezTo>
                          <a:pt x="259556" y="113919"/>
                          <a:pt x="334423" y="100298"/>
                          <a:pt x="334423" y="83534"/>
                        </a:cubicBezTo>
                        <a:lnTo>
                          <a:pt x="334423" y="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solidFill>
                    <a:srgbClr val="CFD3D9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 dirty="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88" name="Google Shape;488;p16"/>
                  <p:cNvSpPr/>
                  <p:nvPr/>
                </p:nvSpPr>
                <p:spPr>
                  <a:xfrm>
                    <a:off x="4275772" y="3183350"/>
                    <a:ext cx="334327" cy="6076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34327" h="60769" extrusionOk="0">
                        <a:moveTo>
                          <a:pt x="334328" y="30385"/>
                        </a:moveTo>
                        <a:cubicBezTo>
                          <a:pt x="334328" y="47166"/>
                          <a:pt x="259486" y="60769"/>
                          <a:pt x="167164" y="60769"/>
                        </a:cubicBezTo>
                        <a:cubicBezTo>
                          <a:pt x="74842" y="60769"/>
                          <a:pt x="0" y="47166"/>
                          <a:pt x="0" y="30385"/>
                        </a:cubicBezTo>
                        <a:cubicBezTo>
                          <a:pt x="0" y="13604"/>
                          <a:pt x="74842" y="0"/>
                          <a:pt x="167164" y="0"/>
                        </a:cubicBezTo>
                        <a:cubicBezTo>
                          <a:pt x="259486" y="0"/>
                          <a:pt x="334328" y="13604"/>
                          <a:pt x="334328" y="30385"/>
                        </a:cubicBezTo>
                        <a:close/>
                      </a:path>
                    </a:pathLst>
                  </a:custGeom>
                  <a:solidFill>
                    <a:srgbClr val="E6EAF0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 dirty="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489" name="Google Shape;489;p16"/>
                <p:cNvGrpSpPr/>
                <p:nvPr/>
              </p:nvGrpSpPr>
              <p:grpSpPr>
                <a:xfrm>
                  <a:off x="4275677" y="3065525"/>
                  <a:ext cx="334517" cy="144303"/>
                  <a:chOff x="4275677" y="3065525"/>
                  <a:chExt cx="334517" cy="144303"/>
                </a:xfrm>
              </p:grpSpPr>
              <p:sp>
                <p:nvSpPr>
                  <p:cNvPr id="490" name="Google Shape;490;p16"/>
                  <p:cNvSpPr/>
                  <p:nvPr/>
                </p:nvSpPr>
                <p:spPr>
                  <a:xfrm>
                    <a:off x="4275677" y="3095910"/>
                    <a:ext cx="334422" cy="113918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34422" h="113918" extrusionOk="0">
                        <a:moveTo>
                          <a:pt x="95" y="0"/>
                        </a:moveTo>
                        <a:lnTo>
                          <a:pt x="95" y="83534"/>
                        </a:lnTo>
                        <a:cubicBezTo>
                          <a:pt x="95" y="100298"/>
                          <a:pt x="74962" y="113919"/>
                          <a:pt x="167259" y="113919"/>
                        </a:cubicBezTo>
                        <a:cubicBezTo>
                          <a:pt x="259556" y="113919"/>
                          <a:pt x="334423" y="100298"/>
                          <a:pt x="334423" y="83534"/>
                        </a:cubicBezTo>
                        <a:lnTo>
                          <a:pt x="334423" y="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solidFill>
                    <a:srgbClr val="CFD3D9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 dirty="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91" name="Google Shape;491;p16"/>
                  <p:cNvSpPr/>
                  <p:nvPr/>
                </p:nvSpPr>
                <p:spPr>
                  <a:xfrm>
                    <a:off x="4275867" y="3065525"/>
                    <a:ext cx="334327" cy="6076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34327" h="60769" extrusionOk="0">
                        <a:moveTo>
                          <a:pt x="334328" y="30385"/>
                        </a:moveTo>
                        <a:cubicBezTo>
                          <a:pt x="334328" y="47149"/>
                          <a:pt x="259461" y="60770"/>
                          <a:pt x="167164" y="60770"/>
                        </a:cubicBezTo>
                        <a:cubicBezTo>
                          <a:pt x="74866" y="60770"/>
                          <a:pt x="0" y="47149"/>
                          <a:pt x="0" y="30385"/>
                        </a:cubicBezTo>
                        <a:cubicBezTo>
                          <a:pt x="0" y="13621"/>
                          <a:pt x="74866" y="0"/>
                          <a:pt x="167164" y="0"/>
                        </a:cubicBezTo>
                        <a:cubicBezTo>
                          <a:pt x="259461" y="0"/>
                          <a:pt x="334328" y="13621"/>
                          <a:pt x="334328" y="30385"/>
                        </a:cubicBezTo>
                        <a:close/>
                      </a:path>
                    </a:pathLst>
                  </a:custGeom>
                  <a:solidFill>
                    <a:srgbClr val="E6EAF0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 dirty="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</p:grpSp>
          <p:sp>
            <p:nvSpPr>
              <p:cNvPr id="492" name="Google Shape;492;p16"/>
              <p:cNvSpPr/>
              <p:nvPr/>
            </p:nvSpPr>
            <p:spPr>
              <a:xfrm>
                <a:off x="4529994" y="3140487"/>
                <a:ext cx="38100" cy="38100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38100" extrusionOk="0">
                    <a:moveTo>
                      <a:pt x="38100" y="19050"/>
                    </a:moveTo>
                    <a:cubicBezTo>
                      <a:pt x="38100" y="29623"/>
                      <a:pt x="29528" y="38100"/>
                      <a:pt x="19050" y="38100"/>
                    </a:cubicBezTo>
                    <a:cubicBezTo>
                      <a:pt x="8572" y="38100"/>
                      <a:pt x="0" y="29528"/>
                      <a:pt x="0" y="19050"/>
                    </a:cubicBezTo>
                    <a:cubicBezTo>
                      <a:pt x="0" y="8572"/>
                      <a:pt x="8572" y="0"/>
                      <a:pt x="19050" y="0"/>
                    </a:cubicBezTo>
                    <a:cubicBezTo>
                      <a:pt x="29528" y="0"/>
                      <a:pt x="38100" y="8572"/>
                      <a:pt x="38100" y="19050"/>
                    </a:cubicBezTo>
                    <a:close/>
                  </a:path>
                </a:pathLst>
              </a:custGeom>
              <a:solidFill>
                <a:srgbClr val="55C0ED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93" name="Google Shape;493;p16"/>
              <p:cNvSpPr/>
              <p:nvPr/>
            </p:nvSpPr>
            <p:spPr>
              <a:xfrm>
                <a:off x="4529994" y="3256216"/>
                <a:ext cx="38100" cy="38100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38100" extrusionOk="0">
                    <a:moveTo>
                      <a:pt x="38100" y="19050"/>
                    </a:moveTo>
                    <a:cubicBezTo>
                      <a:pt x="38100" y="29623"/>
                      <a:pt x="29528" y="38100"/>
                      <a:pt x="19050" y="38100"/>
                    </a:cubicBezTo>
                    <a:cubicBezTo>
                      <a:pt x="8572" y="38100"/>
                      <a:pt x="0" y="29528"/>
                      <a:pt x="0" y="19050"/>
                    </a:cubicBezTo>
                    <a:cubicBezTo>
                      <a:pt x="0" y="8573"/>
                      <a:pt x="8572" y="0"/>
                      <a:pt x="19050" y="0"/>
                    </a:cubicBezTo>
                    <a:cubicBezTo>
                      <a:pt x="29528" y="0"/>
                      <a:pt x="38100" y="8573"/>
                      <a:pt x="38100" y="19050"/>
                    </a:cubicBezTo>
                    <a:close/>
                  </a:path>
                </a:pathLst>
              </a:custGeom>
              <a:solidFill>
                <a:srgbClr val="E6EAF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94" name="Google Shape;494;p16"/>
              <p:cNvSpPr/>
              <p:nvPr/>
            </p:nvSpPr>
            <p:spPr>
              <a:xfrm>
                <a:off x="4529994" y="3377088"/>
                <a:ext cx="38100" cy="38100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38100" extrusionOk="0">
                    <a:moveTo>
                      <a:pt x="38100" y="19050"/>
                    </a:moveTo>
                    <a:cubicBezTo>
                      <a:pt x="38100" y="29623"/>
                      <a:pt x="29528" y="38100"/>
                      <a:pt x="19050" y="38100"/>
                    </a:cubicBezTo>
                    <a:cubicBezTo>
                      <a:pt x="8572" y="38100"/>
                      <a:pt x="0" y="29528"/>
                      <a:pt x="0" y="19050"/>
                    </a:cubicBezTo>
                    <a:cubicBezTo>
                      <a:pt x="0" y="8573"/>
                      <a:pt x="8572" y="0"/>
                      <a:pt x="19050" y="0"/>
                    </a:cubicBezTo>
                    <a:cubicBezTo>
                      <a:pt x="29528" y="0"/>
                      <a:pt x="38100" y="8573"/>
                      <a:pt x="38100" y="19050"/>
                    </a:cubicBezTo>
                    <a:close/>
                  </a:path>
                </a:pathLst>
              </a:custGeom>
              <a:solidFill>
                <a:srgbClr val="E6EAF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495" name="Google Shape;495;p16"/>
          <p:cNvGrpSpPr/>
          <p:nvPr/>
        </p:nvGrpSpPr>
        <p:grpSpPr>
          <a:xfrm>
            <a:off x="8582238" y="611818"/>
            <a:ext cx="33124" cy="442802"/>
            <a:chOff x="10809827" y="4402455"/>
            <a:chExt cx="24764" cy="330993"/>
          </a:xfrm>
        </p:grpSpPr>
        <p:sp>
          <p:nvSpPr>
            <p:cNvPr id="496" name="Google Shape;496;p16"/>
            <p:cNvSpPr/>
            <p:nvPr/>
          </p:nvSpPr>
          <p:spPr>
            <a:xfrm>
              <a:off x="10822209" y="4414266"/>
              <a:ext cx="9525" cy="307467"/>
            </a:xfrm>
            <a:custGeom>
              <a:avLst/>
              <a:gdLst/>
              <a:ahLst/>
              <a:cxnLst/>
              <a:rect l="l" t="t" r="r" b="b"/>
              <a:pathLst>
                <a:path w="9525" h="307467" extrusionOk="0">
                  <a:moveTo>
                    <a:pt x="-1" y="307467"/>
                  </a:moveTo>
                  <a:lnTo>
                    <a:pt x="-1" y="0"/>
                  </a:lnTo>
                </a:path>
              </a:pathLst>
            </a:custGeom>
            <a:solidFill>
              <a:schemeClr val="accent4"/>
            </a:solidFill>
            <a:ln w="10950" cap="flat" cmpd="sng">
              <a:solidFill>
                <a:schemeClr val="accent4"/>
              </a:solidFill>
              <a:prstDash val="dashDot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97" name="Google Shape;497;p16"/>
            <p:cNvSpPr/>
            <p:nvPr/>
          </p:nvSpPr>
          <p:spPr>
            <a:xfrm>
              <a:off x="10809827" y="4708683"/>
              <a:ext cx="24764" cy="24765"/>
            </a:xfrm>
            <a:custGeom>
              <a:avLst/>
              <a:gdLst/>
              <a:ahLst/>
              <a:cxnLst/>
              <a:rect l="l" t="t" r="r" b="b"/>
              <a:pathLst>
                <a:path w="24764" h="24765" extrusionOk="0">
                  <a:moveTo>
                    <a:pt x="24765" y="12382"/>
                  </a:moveTo>
                  <a:cubicBezTo>
                    <a:pt x="24765" y="19240"/>
                    <a:pt x="19241" y="24765"/>
                    <a:pt x="12382" y="24765"/>
                  </a:cubicBezTo>
                  <a:cubicBezTo>
                    <a:pt x="5524" y="24765"/>
                    <a:pt x="0" y="19240"/>
                    <a:pt x="0" y="12382"/>
                  </a:cubicBezTo>
                  <a:cubicBezTo>
                    <a:pt x="0" y="5524"/>
                    <a:pt x="5524" y="0"/>
                    <a:pt x="12382" y="0"/>
                  </a:cubicBezTo>
                  <a:cubicBezTo>
                    <a:pt x="19241" y="0"/>
                    <a:pt x="24765" y="5524"/>
                    <a:pt x="24765" y="12382"/>
                  </a:cubicBezTo>
                  <a:close/>
                </a:path>
              </a:pathLst>
            </a:custGeom>
            <a:solidFill>
              <a:schemeClr val="accent4"/>
            </a:solidFill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98" name="Google Shape;498;p16"/>
            <p:cNvSpPr/>
            <p:nvPr/>
          </p:nvSpPr>
          <p:spPr>
            <a:xfrm>
              <a:off x="10809827" y="4402455"/>
              <a:ext cx="24764" cy="24764"/>
            </a:xfrm>
            <a:custGeom>
              <a:avLst/>
              <a:gdLst/>
              <a:ahLst/>
              <a:cxnLst/>
              <a:rect l="l" t="t" r="r" b="b"/>
              <a:pathLst>
                <a:path w="24764" h="24764" extrusionOk="0">
                  <a:moveTo>
                    <a:pt x="24765" y="12382"/>
                  </a:moveTo>
                  <a:cubicBezTo>
                    <a:pt x="24765" y="5524"/>
                    <a:pt x="19241" y="0"/>
                    <a:pt x="12382" y="0"/>
                  </a:cubicBezTo>
                  <a:cubicBezTo>
                    <a:pt x="5524" y="0"/>
                    <a:pt x="0" y="5524"/>
                    <a:pt x="0" y="12382"/>
                  </a:cubicBezTo>
                  <a:cubicBezTo>
                    <a:pt x="0" y="19240"/>
                    <a:pt x="5524" y="24765"/>
                    <a:pt x="12382" y="24765"/>
                  </a:cubicBezTo>
                  <a:cubicBezTo>
                    <a:pt x="19241" y="24765"/>
                    <a:pt x="24765" y="19240"/>
                    <a:pt x="24765" y="12382"/>
                  </a:cubicBezTo>
                  <a:close/>
                </a:path>
              </a:pathLst>
            </a:custGeom>
            <a:solidFill>
              <a:schemeClr val="accent4"/>
            </a:solidFill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four columns">
  <p:cSld name="CUSTOM_5">
    <p:spTree>
      <p:nvGrpSpPr>
        <p:cNvPr id="1" name="Shape 4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0" name="Google Shape;500;p17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501" name="Google Shape;501;p17"/>
          <p:cNvSpPr txBox="1">
            <a:spLocks noGrp="1"/>
          </p:cNvSpPr>
          <p:nvPr>
            <p:ph type="subTitle" idx="1"/>
          </p:nvPr>
        </p:nvSpPr>
        <p:spPr>
          <a:xfrm>
            <a:off x="1253225" y="2053700"/>
            <a:ext cx="2811000" cy="103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502" name="Google Shape;502;p17"/>
          <p:cNvSpPr txBox="1">
            <a:spLocks noGrp="1"/>
          </p:cNvSpPr>
          <p:nvPr>
            <p:ph type="subTitle" idx="2"/>
          </p:nvPr>
        </p:nvSpPr>
        <p:spPr>
          <a:xfrm>
            <a:off x="5079776" y="2053700"/>
            <a:ext cx="2811000" cy="103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503" name="Google Shape;503;p17"/>
          <p:cNvSpPr txBox="1">
            <a:spLocks noGrp="1"/>
          </p:cNvSpPr>
          <p:nvPr>
            <p:ph type="subTitle" idx="3"/>
          </p:nvPr>
        </p:nvSpPr>
        <p:spPr>
          <a:xfrm>
            <a:off x="1253225" y="3565300"/>
            <a:ext cx="2811000" cy="103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504" name="Google Shape;504;p17"/>
          <p:cNvSpPr txBox="1">
            <a:spLocks noGrp="1"/>
          </p:cNvSpPr>
          <p:nvPr>
            <p:ph type="subTitle" idx="4"/>
          </p:nvPr>
        </p:nvSpPr>
        <p:spPr>
          <a:xfrm>
            <a:off x="5079776" y="3565300"/>
            <a:ext cx="2811000" cy="103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505" name="Google Shape;505;p17"/>
          <p:cNvSpPr txBox="1">
            <a:spLocks noGrp="1"/>
          </p:cNvSpPr>
          <p:nvPr>
            <p:ph type="subTitle" idx="5"/>
          </p:nvPr>
        </p:nvSpPr>
        <p:spPr>
          <a:xfrm>
            <a:off x="1253225" y="1363500"/>
            <a:ext cx="2811000" cy="697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1800" b="1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506" name="Google Shape;506;p17"/>
          <p:cNvSpPr txBox="1">
            <a:spLocks noGrp="1"/>
          </p:cNvSpPr>
          <p:nvPr>
            <p:ph type="subTitle" idx="6"/>
          </p:nvPr>
        </p:nvSpPr>
        <p:spPr>
          <a:xfrm>
            <a:off x="1253225" y="2875125"/>
            <a:ext cx="2811000" cy="697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1800" b="1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507" name="Google Shape;507;p17"/>
          <p:cNvSpPr txBox="1">
            <a:spLocks noGrp="1"/>
          </p:cNvSpPr>
          <p:nvPr>
            <p:ph type="subTitle" idx="7"/>
          </p:nvPr>
        </p:nvSpPr>
        <p:spPr>
          <a:xfrm>
            <a:off x="5079750" y="1363500"/>
            <a:ext cx="2811000" cy="697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1800" b="1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508" name="Google Shape;508;p17"/>
          <p:cNvSpPr txBox="1">
            <a:spLocks noGrp="1"/>
          </p:cNvSpPr>
          <p:nvPr>
            <p:ph type="subTitle" idx="8"/>
          </p:nvPr>
        </p:nvSpPr>
        <p:spPr>
          <a:xfrm>
            <a:off x="5079750" y="2875125"/>
            <a:ext cx="2811000" cy="697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1800" b="1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509" name="Google Shape;509;p17"/>
          <p:cNvSpPr/>
          <p:nvPr/>
        </p:nvSpPr>
        <p:spPr>
          <a:xfrm rot="8819869" flipH="1">
            <a:off x="7035528" y="3933627"/>
            <a:ext cx="3158468" cy="2509642"/>
          </a:xfrm>
          <a:custGeom>
            <a:avLst/>
            <a:gdLst/>
            <a:ahLst/>
            <a:cxnLst/>
            <a:rect l="l" t="t" r="r" b="b"/>
            <a:pathLst>
              <a:path w="39315" h="31790" extrusionOk="0">
                <a:moveTo>
                  <a:pt x="21370" y="0"/>
                </a:moveTo>
                <a:cubicBezTo>
                  <a:pt x="19245" y="0"/>
                  <a:pt x="16609" y="420"/>
                  <a:pt x="13994" y="1929"/>
                </a:cubicBezTo>
                <a:cubicBezTo>
                  <a:pt x="8094" y="5332"/>
                  <a:pt x="5120" y="12086"/>
                  <a:pt x="2561" y="17498"/>
                </a:cubicBezTo>
                <a:cubicBezTo>
                  <a:pt x="0" y="22912"/>
                  <a:pt x="1474" y="28410"/>
                  <a:pt x="5979" y="30920"/>
                </a:cubicBezTo>
                <a:cubicBezTo>
                  <a:pt x="7113" y="31551"/>
                  <a:pt x="8155" y="31789"/>
                  <a:pt x="9181" y="31789"/>
                </a:cubicBezTo>
                <a:cubicBezTo>
                  <a:pt x="12232" y="31789"/>
                  <a:pt x="15135" y="29683"/>
                  <a:pt x="19863" y="29548"/>
                </a:cubicBezTo>
                <a:cubicBezTo>
                  <a:pt x="20630" y="29526"/>
                  <a:pt x="21329" y="29520"/>
                  <a:pt x="21975" y="29520"/>
                </a:cubicBezTo>
                <a:cubicBezTo>
                  <a:pt x="22766" y="29520"/>
                  <a:pt x="23477" y="29529"/>
                  <a:pt x="24134" y="29529"/>
                </a:cubicBezTo>
                <a:cubicBezTo>
                  <a:pt x="27359" y="29529"/>
                  <a:pt x="29297" y="29308"/>
                  <a:pt x="33123" y="26702"/>
                </a:cubicBezTo>
                <a:cubicBezTo>
                  <a:pt x="38366" y="23130"/>
                  <a:pt x="39314" y="14704"/>
                  <a:pt x="35179" y="8470"/>
                </a:cubicBezTo>
                <a:cubicBezTo>
                  <a:pt x="31041" y="2236"/>
                  <a:pt x="25903" y="663"/>
                  <a:pt x="25903" y="663"/>
                </a:cubicBezTo>
                <a:cubicBezTo>
                  <a:pt x="25903" y="663"/>
                  <a:pt x="24040" y="0"/>
                  <a:pt x="21370" y="0"/>
                </a:cubicBezTo>
                <a:close/>
              </a:path>
            </a:pathLst>
          </a:custGeom>
          <a:solidFill>
            <a:srgbClr val="000000">
              <a:alpha val="1006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510" name="Google Shape;510;p17"/>
          <p:cNvSpPr/>
          <p:nvPr/>
        </p:nvSpPr>
        <p:spPr>
          <a:xfrm rot="-3657034" flipH="1">
            <a:off x="-1336268" y="-858934"/>
            <a:ext cx="2746020" cy="1921695"/>
          </a:xfrm>
          <a:custGeom>
            <a:avLst/>
            <a:gdLst/>
            <a:ahLst/>
            <a:cxnLst/>
            <a:rect l="l" t="t" r="r" b="b"/>
            <a:pathLst>
              <a:path w="39315" h="31790" extrusionOk="0">
                <a:moveTo>
                  <a:pt x="21370" y="0"/>
                </a:moveTo>
                <a:cubicBezTo>
                  <a:pt x="19245" y="0"/>
                  <a:pt x="16609" y="420"/>
                  <a:pt x="13994" y="1929"/>
                </a:cubicBezTo>
                <a:cubicBezTo>
                  <a:pt x="8094" y="5332"/>
                  <a:pt x="5120" y="12086"/>
                  <a:pt x="2561" y="17498"/>
                </a:cubicBezTo>
                <a:cubicBezTo>
                  <a:pt x="0" y="22912"/>
                  <a:pt x="1474" y="28410"/>
                  <a:pt x="5979" y="30920"/>
                </a:cubicBezTo>
                <a:cubicBezTo>
                  <a:pt x="7113" y="31551"/>
                  <a:pt x="8155" y="31789"/>
                  <a:pt x="9181" y="31789"/>
                </a:cubicBezTo>
                <a:cubicBezTo>
                  <a:pt x="12232" y="31789"/>
                  <a:pt x="15135" y="29683"/>
                  <a:pt x="19863" y="29548"/>
                </a:cubicBezTo>
                <a:cubicBezTo>
                  <a:pt x="20630" y="29526"/>
                  <a:pt x="21329" y="29520"/>
                  <a:pt x="21975" y="29520"/>
                </a:cubicBezTo>
                <a:cubicBezTo>
                  <a:pt x="22766" y="29520"/>
                  <a:pt x="23477" y="29529"/>
                  <a:pt x="24134" y="29529"/>
                </a:cubicBezTo>
                <a:cubicBezTo>
                  <a:pt x="27359" y="29529"/>
                  <a:pt x="29297" y="29308"/>
                  <a:pt x="33123" y="26702"/>
                </a:cubicBezTo>
                <a:cubicBezTo>
                  <a:pt x="38366" y="23130"/>
                  <a:pt x="39314" y="14704"/>
                  <a:pt x="35179" y="8470"/>
                </a:cubicBezTo>
                <a:cubicBezTo>
                  <a:pt x="31041" y="2236"/>
                  <a:pt x="25903" y="663"/>
                  <a:pt x="25903" y="663"/>
                </a:cubicBezTo>
                <a:cubicBezTo>
                  <a:pt x="25903" y="663"/>
                  <a:pt x="24040" y="0"/>
                  <a:pt x="21370" y="0"/>
                </a:cubicBezTo>
                <a:close/>
              </a:path>
            </a:pathLst>
          </a:custGeom>
          <a:solidFill>
            <a:srgbClr val="000000">
              <a:alpha val="1006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grpSp>
        <p:nvGrpSpPr>
          <p:cNvPr id="511" name="Google Shape;511;p17"/>
          <p:cNvGrpSpPr/>
          <p:nvPr/>
        </p:nvGrpSpPr>
        <p:grpSpPr>
          <a:xfrm>
            <a:off x="65066" y="4373044"/>
            <a:ext cx="878158" cy="654532"/>
            <a:chOff x="1114425" y="4361211"/>
            <a:chExt cx="573023" cy="427101"/>
          </a:xfrm>
        </p:grpSpPr>
        <p:grpSp>
          <p:nvGrpSpPr>
            <p:cNvPr id="512" name="Google Shape;512;p17"/>
            <p:cNvGrpSpPr/>
            <p:nvPr/>
          </p:nvGrpSpPr>
          <p:grpSpPr>
            <a:xfrm>
              <a:off x="1114425" y="4361211"/>
              <a:ext cx="573023" cy="427101"/>
              <a:chOff x="1114425" y="4361211"/>
              <a:chExt cx="573023" cy="427101"/>
            </a:xfrm>
          </p:grpSpPr>
          <p:sp>
            <p:nvSpPr>
              <p:cNvPr id="513" name="Google Shape;513;p17"/>
              <p:cNvSpPr/>
              <p:nvPr/>
            </p:nvSpPr>
            <p:spPr>
              <a:xfrm>
                <a:off x="1241964" y="4361211"/>
                <a:ext cx="445484" cy="299466"/>
              </a:xfrm>
              <a:custGeom>
                <a:avLst/>
                <a:gdLst/>
                <a:ahLst/>
                <a:cxnLst/>
                <a:rect l="l" t="t" r="r" b="b"/>
                <a:pathLst>
                  <a:path w="445484" h="299466" extrusionOk="0">
                    <a:moveTo>
                      <a:pt x="139160" y="7715"/>
                    </a:moveTo>
                    <a:lnTo>
                      <a:pt x="173450" y="42005"/>
                    </a:lnTo>
                    <a:cubicBezTo>
                      <a:pt x="178403" y="46958"/>
                      <a:pt x="185166" y="49721"/>
                      <a:pt x="192215" y="49721"/>
                    </a:cubicBezTo>
                    <a:lnTo>
                      <a:pt x="419005" y="49721"/>
                    </a:lnTo>
                    <a:cubicBezTo>
                      <a:pt x="433673" y="49721"/>
                      <a:pt x="445484" y="61627"/>
                      <a:pt x="445484" y="76200"/>
                    </a:cubicBezTo>
                    <a:lnTo>
                      <a:pt x="445484" y="272987"/>
                    </a:lnTo>
                    <a:cubicBezTo>
                      <a:pt x="445484" y="287655"/>
                      <a:pt x="433578" y="299466"/>
                      <a:pt x="419005" y="299466"/>
                    </a:cubicBezTo>
                    <a:lnTo>
                      <a:pt x="26479" y="299466"/>
                    </a:lnTo>
                    <a:cubicBezTo>
                      <a:pt x="11811" y="299466"/>
                      <a:pt x="0" y="287560"/>
                      <a:pt x="0" y="272987"/>
                    </a:cubicBezTo>
                    <a:lnTo>
                      <a:pt x="0" y="26479"/>
                    </a:lnTo>
                    <a:cubicBezTo>
                      <a:pt x="0" y="11811"/>
                      <a:pt x="11906" y="0"/>
                      <a:pt x="26479" y="0"/>
                    </a:cubicBezTo>
                    <a:lnTo>
                      <a:pt x="120396" y="0"/>
                    </a:lnTo>
                    <a:cubicBezTo>
                      <a:pt x="127445" y="0"/>
                      <a:pt x="134207" y="2762"/>
                      <a:pt x="139160" y="7715"/>
                    </a:cubicBezTo>
                    <a:close/>
                  </a:path>
                </a:pathLst>
              </a:custGeom>
              <a:solidFill>
                <a:srgbClr val="35363B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514" name="Google Shape;514;p17"/>
              <p:cNvSpPr/>
              <p:nvPr/>
            </p:nvSpPr>
            <p:spPr>
              <a:xfrm>
                <a:off x="1178242" y="4425029"/>
                <a:ext cx="445484" cy="299466"/>
              </a:xfrm>
              <a:custGeom>
                <a:avLst/>
                <a:gdLst/>
                <a:ahLst/>
                <a:cxnLst/>
                <a:rect l="l" t="t" r="r" b="b"/>
                <a:pathLst>
                  <a:path w="445484" h="299466" extrusionOk="0">
                    <a:moveTo>
                      <a:pt x="139160" y="7620"/>
                    </a:moveTo>
                    <a:lnTo>
                      <a:pt x="173450" y="41910"/>
                    </a:lnTo>
                    <a:cubicBezTo>
                      <a:pt x="178403" y="46863"/>
                      <a:pt x="185166" y="49721"/>
                      <a:pt x="192215" y="49721"/>
                    </a:cubicBezTo>
                    <a:lnTo>
                      <a:pt x="419005" y="49721"/>
                    </a:lnTo>
                    <a:cubicBezTo>
                      <a:pt x="433673" y="49721"/>
                      <a:pt x="445484" y="61627"/>
                      <a:pt x="445484" y="76200"/>
                    </a:cubicBezTo>
                    <a:lnTo>
                      <a:pt x="445484" y="272987"/>
                    </a:lnTo>
                    <a:cubicBezTo>
                      <a:pt x="445484" y="287655"/>
                      <a:pt x="433578" y="299466"/>
                      <a:pt x="419005" y="299466"/>
                    </a:cubicBezTo>
                    <a:lnTo>
                      <a:pt x="26479" y="299466"/>
                    </a:lnTo>
                    <a:cubicBezTo>
                      <a:pt x="11811" y="299466"/>
                      <a:pt x="0" y="287560"/>
                      <a:pt x="0" y="272987"/>
                    </a:cubicBezTo>
                    <a:lnTo>
                      <a:pt x="0" y="26479"/>
                    </a:lnTo>
                    <a:cubicBezTo>
                      <a:pt x="0" y="11811"/>
                      <a:pt x="11906" y="0"/>
                      <a:pt x="26479" y="0"/>
                    </a:cubicBezTo>
                    <a:lnTo>
                      <a:pt x="120396" y="0"/>
                    </a:lnTo>
                    <a:cubicBezTo>
                      <a:pt x="127445" y="0"/>
                      <a:pt x="134207" y="2762"/>
                      <a:pt x="139160" y="7715"/>
                    </a:cubicBezTo>
                    <a:close/>
                  </a:path>
                </a:pathLst>
              </a:custGeom>
              <a:solidFill>
                <a:srgbClr val="42444F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515" name="Google Shape;515;p17"/>
              <p:cNvSpPr/>
              <p:nvPr/>
            </p:nvSpPr>
            <p:spPr>
              <a:xfrm>
                <a:off x="1114425" y="4488846"/>
                <a:ext cx="445484" cy="299466"/>
              </a:xfrm>
              <a:custGeom>
                <a:avLst/>
                <a:gdLst/>
                <a:ahLst/>
                <a:cxnLst/>
                <a:rect l="l" t="t" r="r" b="b"/>
                <a:pathLst>
                  <a:path w="445484" h="299466" extrusionOk="0">
                    <a:moveTo>
                      <a:pt x="139160" y="7620"/>
                    </a:moveTo>
                    <a:lnTo>
                      <a:pt x="173450" y="41910"/>
                    </a:lnTo>
                    <a:cubicBezTo>
                      <a:pt x="178403" y="46863"/>
                      <a:pt x="185166" y="49721"/>
                      <a:pt x="192215" y="49721"/>
                    </a:cubicBezTo>
                    <a:lnTo>
                      <a:pt x="419005" y="49721"/>
                    </a:lnTo>
                    <a:cubicBezTo>
                      <a:pt x="433673" y="49721"/>
                      <a:pt x="445484" y="61627"/>
                      <a:pt x="445484" y="76200"/>
                    </a:cubicBezTo>
                    <a:lnTo>
                      <a:pt x="445484" y="272987"/>
                    </a:lnTo>
                    <a:cubicBezTo>
                      <a:pt x="445484" y="287655"/>
                      <a:pt x="433578" y="299466"/>
                      <a:pt x="419005" y="299466"/>
                    </a:cubicBezTo>
                    <a:lnTo>
                      <a:pt x="26480" y="299466"/>
                    </a:lnTo>
                    <a:cubicBezTo>
                      <a:pt x="11811" y="299466"/>
                      <a:pt x="0" y="287560"/>
                      <a:pt x="0" y="272987"/>
                    </a:cubicBezTo>
                    <a:lnTo>
                      <a:pt x="0" y="26479"/>
                    </a:lnTo>
                    <a:cubicBezTo>
                      <a:pt x="0" y="11811"/>
                      <a:pt x="11906" y="0"/>
                      <a:pt x="26480" y="0"/>
                    </a:cubicBezTo>
                    <a:lnTo>
                      <a:pt x="120396" y="0"/>
                    </a:lnTo>
                    <a:cubicBezTo>
                      <a:pt x="127445" y="0"/>
                      <a:pt x="134207" y="2762"/>
                      <a:pt x="139160" y="7811"/>
                    </a:cubicBezTo>
                    <a:close/>
                  </a:path>
                </a:pathLst>
              </a:custGeom>
              <a:solidFill>
                <a:srgbClr val="6F7082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sp>
          <p:nvSpPr>
            <p:cNvPr id="516" name="Google Shape;516;p17"/>
            <p:cNvSpPr/>
            <p:nvPr/>
          </p:nvSpPr>
          <p:spPr>
            <a:xfrm>
              <a:off x="1303210" y="4628965"/>
              <a:ext cx="68735" cy="82063"/>
            </a:xfrm>
            <a:custGeom>
              <a:avLst/>
              <a:gdLst/>
              <a:ahLst/>
              <a:cxnLst/>
              <a:rect l="l" t="t" r="r" b="b"/>
              <a:pathLst>
                <a:path w="68735" h="82063" extrusionOk="0">
                  <a:moveTo>
                    <a:pt x="0" y="6471"/>
                  </a:moveTo>
                  <a:lnTo>
                    <a:pt x="0" y="75527"/>
                  </a:lnTo>
                  <a:cubicBezTo>
                    <a:pt x="0" y="80575"/>
                    <a:pt x="5524" y="83719"/>
                    <a:pt x="9811" y="81147"/>
                  </a:cubicBezTo>
                  <a:lnTo>
                    <a:pt x="65532" y="48095"/>
                  </a:lnTo>
                  <a:cubicBezTo>
                    <a:pt x="69723" y="45619"/>
                    <a:pt x="69818" y="39618"/>
                    <a:pt x="65723" y="37046"/>
                  </a:cubicBezTo>
                  <a:lnTo>
                    <a:pt x="10001" y="1042"/>
                  </a:lnTo>
                  <a:cubicBezTo>
                    <a:pt x="5715" y="-1721"/>
                    <a:pt x="0" y="1327"/>
                    <a:pt x="0" y="647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517" name="Google Shape;517;p17"/>
          <p:cNvGrpSpPr/>
          <p:nvPr/>
        </p:nvGrpSpPr>
        <p:grpSpPr>
          <a:xfrm>
            <a:off x="8114970" y="266839"/>
            <a:ext cx="829992" cy="750888"/>
            <a:chOff x="8114596" y="445039"/>
            <a:chExt cx="633002" cy="572716"/>
          </a:xfrm>
        </p:grpSpPr>
        <p:grpSp>
          <p:nvGrpSpPr>
            <p:cNvPr id="518" name="Google Shape;518;p17"/>
            <p:cNvGrpSpPr/>
            <p:nvPr/>
          </p:nvGrpSpPr>
          <p:grpSpPr>
            <a:xfrm>
              <a:off x="8114596" y="445039"/>
              <a:ext cx="633002" cy="572716"/>
              <a:chOff x="7189660" y="520827"/>
              <a:chExt cx="598074" cy="541115"/>
            </a:xfrm>
          </p:grpSpPr>
          <p:sp>
            <p:nvSpPr>
              <p:cNvPr id="519" name="Google Shape;519;p17"/>
              <p:cNvSpPr/>
              <p:nvPr/>
            </p:nvSpPr>
            <p:spPr>
              <a:xfrm>
                <a:off x="7189660" y="520827"/>
                <a:ext cx="598074" cy="541115"/>
              </a:xfrm>
              <a:custGeom>
                <a:avLst/>
                <a:gdLst/>
                <a:ahLst/>
                <a:cxnLst/>
                <a:rect l="l" t="t" r="r" b="b"/>
                <a:pathLst>
                  <a:path w="598074" h="541115" extrusionOk="0">
                    <a:moveTo>
                      <a:pt x="557022" y="0"/>
                    </a:moveTo>
                    <a:cubicBezTo>
                      <a:pt x="579695" y="0"/>
                      <a:pt x="598075" y="18380"/>
                      <a:pt x="598075" y="41053"/>
                    </a:cubicBezTo>
                    <a:lnTo>
                      <a:pt x="598075" y="500063"/>
                    </a:lnTo>
                    <a:cubicBezTo>
                      <a:pt x="598075" y="522735"/>
                      <a:pt x="579695" y="541115"/>
                      <a:pt x="557022" y="541115"/>
                    </a:cubicBezTo>
                    <a:lnTo>
                      <a:pt x="41053" y="541115"/>
                    </a:lnTo>
                    <a:cubicBezTo>
                      <a:pt x="18380" y="541115"/>
                      <a:pt x="0" y="522735"/>
                      <a:pt x="0" y="500063"/>
                    </a:cubicBezTo>
                    <a:lnTo>
                      <a:pt x="0" y="41053"/>
                    </a:lnTo>
                    <a:cubicBezTo>
                      <a:pt x="0" y="18380"/>
                      <a:pt x="18380" y="0"/>
                      <a:pt x="41053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grpSp>
            <p:nvGrpSpPr>
              <p:cNvPr id="520" name="Google Shape;520;p17"/>
              <p:cNvGrpSpPr/>
              <p:nvPr/>
            </p:nvGrpSpPr>
            <p:grpSpPr>
              <a:xfrm>
                <a:off x="7579137" y="551973"/>
                <a:ext cx="164782" cy="41529"/>
                <a:chOff x="7579137" y="551973"/>
                <a:chExt cx="164782" cy="41529"/>
              </a:xfrm>
            </p:grpSpPr>
            <p:sp>
              <p:nvSpPr>
                <p:cNvPr id="521" name="Google Shape;521;p17"/>
                <p:cNvSpPr/>
                <p:nvPr/>
              </p:nvSpPr>
              <p:spPr>
                <a:xfrm>
                  <a:off x="7702391" y="551973"/>
                  <a:ext cx="41528" cy="415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1528" h="41529" extrusionOk="0">
                      <a:moveTo>
                        <a:pt x="41529" y="20765"/>
                      </a:moveTo>
                      <a:cubicBezTo>
                        <a:pt x="41529" y="32290"/>
                        <a:pt x="32195" y="41529"/>
                        <a:pt x="20764" y="41529"/>
                      </a:cubicBezTo>
                      <a:cubicBezTo>
                        <a:pt x="9334" y="41529"/>
                        <a:pt x="0" y="32195"/>
                        <a:pt x="0" y="20765"/>
                      </a:cubicBezTo>
                      <a:cubicBezTo>
                        <a:pt x="0" y="9335"/>
                        <a:pt x="9334" y="0"/>
                        <a:pt x="20764" y="0"/>
                      </a:cubicBezTo>
                      <a:cubicBezTo>
                        <a:pt x="32195" y="0"/>
                        <a:pt x="41529" y="9335"/>
                        <a:pt x="41529" y="20765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522" name="Google Shape;522;p17"/>
                <p:cNvSpPr/>
                <p:nvPr/>
              </p:nvSpPr>
              <p:spPr>
                <a:xfrm>
                  <a:off x="7640764" y="551973"/>
                  <a:ext cx="41528" cy="415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1528" h="41529" extrusionOk="0">
                      <a:moveTo>
                        <a:pt x="41529" y="20765"/>
                      </a:moveTo>
                      <a:cubicBezTo>
                        <a:pt x="41529" y="32290"/>
                        <a:pt x="32195" y="41529"/>
                        <a:pt x="20764" y="41529"/>
                      </a:cubicBezTo>
                      <a:cubicBezTo>
                        <a:pt x="9334" y="41529"/>
                        <a:pt x="0" y="32195"/>
                        <a:pt x="0" y="20765"/>
                      </a:cubicBezTo>
                      <a:cubicBezTo>
                        <a:pt x="0" y="9335"/>
                        <a:pt x="9334" y="0"/>
                        <a:pt x="20764" y="0"/>
                      </a:cubicBezTo>
                      <a:cubicBezTo>
                        <a:pt x="32195" y="0"/>
                        <a:pt x="41529" y="9335"/>
                        <a:pt x="41529" y="20765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523" name="Google Shape;523;p17"/>
                <p:cNvSpPr/>
                <p:nvPr/>
              </p:nvSpPr>
              <p:spPr>
                <a:xfrm>
                  <a:off x="7579137" y="551973"/>
                  <a:ext cx="41528" cy="415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1528" h="41529" extrusionOk="0">
                      <a:moveTo>
                        <a:pt x="41529" y="20765"/>
                      </a:moveTo>
                      <a:cubicBezTo>
                        <a:pt x="41529" y="32290"/>
                        <a:pt x="32195" y="41529"/>
                        <a:pt x="20764" y="41529"/>
                      </a:cubicBezTo>
                      <a:cubicBezTo>
                        <a:pt x="9334" y="41529"/>
                        <a:pt x="0" y="32195"/>
                        <a:pt x="0" y="20765"/>
                      </a:cubicBezTo>
                      <a:cubicBezTo>
                        <a:pt x="0" y="9335"/>
                        <a:pt x="9334" y="0"/>
                        <a:pt x="20764" y="0"/>
                      </a:cubicBezTo>
                      <a:cubicBezTo>
                        <a:pt x="32195" y="0"/>
                        <a:pt x="41529" y="9335"/>
                        <a:pt x="41529" y="20765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</p:grpSp>
        <p:grpSp>
          <p:nvGrpSpPr>
            <p:cNvPr id="524" name="Google Shape;524;p17"/>
            <p:cNvGrpSpPr/>
            <p:nvPr/>
          </p:nvGrpSpPr>
          <p:grpSpPr>
            <a:xfrm>
              <a:off x="8184962" y="619646"/>
              <a:ext cx="498115" cy="257273"/>
              <a:chOff x="7256144" y="685800"/>
              <a:chExt cx="470630" cy="243077"/>
            </a:xfrm>
          </p:grpSpPr>
          <p:sp>
            <p:nvSpPr>
              <p:cNvPr id="525" name="Google Shape;525;p17"/>
              <p:cNvSpPr/>
              <p:nvPr/>
            </p:nvSpPr>
            <p:spPr>
              <a:xfrm>
                <a:off x="7256144" y="694753"/>
                <a:ext cx="218503" cy="218217"/>
              </a:xfrm>
              <a:custGeom>
                <a:avLst/>
                <a:gdLst/>
                <a:ahLst/>
                <a:cxnLst/>
                <a:rect l="l" t="t" r="r" b="b"/>
                <a:pathLst>
                  <a:path w="218503" h="218217" extrusionOk="0">
                    <a:moveTo>
                      <a:pt x="216598" y="129540"/>
                    </a:moveTo>
                    <a:cubicBezTo>
                      <a:pt x="217837" y="122968"/>
                      <a:pt x="218504" y="116110"/>
                      <a:pt x="218504" y="109156"/>
                    </a:cubicBezTo>
                    <a:cubicBezTo>
                      <a:pt x="218504" y="102203"/>
                      <a:pt x="217837" y="95440"/>
                      <a:pt x="216598" y="88773"/>
                    </a:cubicBezTo>
                    <a:lnTo>
                      <a:pt x="181261" y="88773"/>
                    </a:lnTo>
                    <a:cubicBezTo>
                      <a:pt x="179641" y="83058"/>
                      <a:pt x="177451" y="77724"/>
                      <a:pt x="174593" y="72676"/>
                    </a:cubicBezTo>
                    <a:lnTo>
                      <a:pt x="199549" y="47720"/>
                    </a:lnTo>
                    <a:cubicBezTo>
                      <a:pt x="191834" y="36385"/>
                      <a:pt x="182118" y="26670"/>
                      <a:pt x="170783" y="18955"/>
                    </a:cubicBezTo>
                    <a:lnTo>
                      <a:pt x="145732" y="44005"/>
                    </a:lnTo>
                    <a:cubicBezTo>
                      <a:pt x="140684" y="41148"/>
                      <a:pt x="135255" y="38957"/>
                      <a:pt x="129635" y="37338"/>
                    </a:cubicBezTo>
                    <a:lnTo>
                      <a:pt x="129635" y="1905"/>
                    </a:lnTo>
                    <a:cubicBezTo>
                      <a:pt x="123063" y="667"/>
                      <a:pt x="116205" y="0"/>
                      <a:pt x="109252" y="0"/>
                    </a:cubicBezTo>
                    <a:cubicBezTo>
                      <a:pt x="102298" y="0"/>
                      <a:pt x="95536" y="667"/>
                      <a:pt x="88868" y="1905"/>
                    </a:cubicBezTo>
                    <a:lnTo>
                      <a:pt x="88868" y="37338"/>
                    </a:lnTo>
                    <a:cubicBezTo>
                      <a:pt x="83154" y="38957"/>
                      <a:pt x="77819" y="41148"/>
                      <a:pt x="72771" y="44005"/>
                    </a:cubicBezTo>
                    <a:lnTo>
                      <a:pt x="47720" y="18955"/>
                    </a:lnTo>
                    <a:cubicBezTo>
                      <a:pt x="36386" y="26670"/>
                      <a:pt x="26670" y="36481"/>
                      <a:pt x="18955" y="47720"/>
                    </a:cubicBezTo>
                    <a:lnTo>
                      <a:pt x="43910" y="72676"/>
                    </a:lnTo>
                    <a:cubicBezTo>
                      <a:pt x="41053" y="77724"/>
                      <a:pt x="38862" y="83153"/>
                      <a:pt x="37243" y="88773"/>
                    </a:cubicBezTo>
                    <a:lnTo>
                      <a:pt x="1905" y="88773"/>
                    </a:lnTo>
                    <a:cubicBezTo>
                      <a:pt x="667" y="95345"/>
                      <a:pt x="0" y="102203"/>
                      <a:pt x="0" y="109156"/>
                    </a:cubicBezTo>
                    <a:cubicBezTo>
                      <a:pt x="0" y="116110"/>
                      <a:pt x="667" y="122873"/>
                      <a:pt x="1905" y="129540"/>
                    </a:cubicBezTo>
                    <a:lnTo>
                      <a:pt x="37243" y="129540"/>
                    </a:lnTo>
                    <a:cubicBezTo>
                      <a:pt x="38862" y="135255"/>
                      <a:pt x="41053" y="140589"/>
                      <a:pt x="43910" y="145637"/>
                    </a:cubicBezTo>
                    <a:lnTo>
                      <a:pt x="18955" y="170593"/>
                    </a:lnTo>
                    <a:cubicBezTo>
                      <a:pt x="26670" y="181928"/>
                      <a:pt x="36386" y="191643"/>
                      <a:pt x="47720" y="199358"/>
                    </a:cubicBezTo>
                    <a:lnTo>
                      <a:pt x="72771" y="174308"/>
                    </a:lnTo>
                    <a:cubicBezTo>
                      <a:pt x="77819" y="177165"/>
                      <a:pt x="83248" y="179356"/>
                      <a:pt x="88868" y="180975"/>
                    </a:cubicBezTo>
                    <a:lnTo>
                      <a:pt x="88868" y="216313"/>
                    </a:lnTo>
                    <a:cubicBezTo>
                      <a:pt x="95441" y="217551"/>
                      <a:pt x="102298" y="218218"/>
                      <a:pt x="109252" y="218218"/>
                    </a:cubicBezTo>
                    <a:cubicBezTo>
                      <a:pt x="116205" y="218218"/>
                      <a:pt x="122968" y="217551"/>
                      <a:pt x="129635" y="216313"/>
                    </a:cubicBezTo>
                    <a:lnTo>
                      <a:pt x="129635" y="180975"/>
                    </a:lnTo>
                    <a:cubicBezTo>
                      <a:pt x="135350" y="179356"/>
                      <a:pt x="140684" y="177070"/>
                      <a:pt x="145732" y="174308"/>
                    </a:cubicBezTo>
                    <a:lnTo>
                      <a:pt x="170783" y="199358"/>
                    </a:lnTo>
                    <a:cubicBezTo>
                      <a:pt x="182118" y="191643"/>
                      <a:pt x="191834" y="181928"/>
                      <a:pt x="199549" y="170593"/>
                    </a:cubicBezTo>
                    <a:lnTo>
                      <a:pt x="174593" y="145542"/>
                    </a:lnTo>
                    <a:cubicBezTo>
                      <a:pt x="177451" y="140494"/>
                      <a:pt x="179641" y="135064"/>
                      <a:pt x="181261" y="129445"/>
                    </a:cubicBezTo>
                    <a:lnTo>
                      <a:pt x="216598" y="129445"/>
                    </a:lnTo>
                    <a:close/>
                    <a:moveTo>
                      <a:pt x="109252" y="131255"/>
                    </a:moveTo>
                    <a:cubicBezTo>
                      <a:pt x="97060" y="131255"/>
                      <a:pt x="87249" y="121349"/>
                      <a:pt x="87249" y="109252"/>
                    </a:cubicBezTo>
                    <a:cubicBezTo>
                      <a:pt x="87249" y="97155"/>
                      <a:pt x="97155" y="87249"/>
                      <a:pt x="109252" y="87249"/>
                    </a:cubicBezTo>
                    <a:cubicBezTo>
                      <a:pt x="121348" y="87249"/>
                      <a:pt x="131255" y="97155"/>
                      <a:pt x="131255" y="109252"/>
                    </a:cubicBezTo>
                    <a:cubicBezTo>
                      <a:pt x="131255" y="121349"/>
                      <a:pt x="121348" y="131255"/>
                      <a:pt x="109252" y="131255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grpSp>
            <p:nvGrpSpPr>
              <p:cNvPr id="526" name="Google Shape;526;p17"/>
              <p:cNvGrpSpPr/>
              <p:nvPr/>
            </p:nvGrpSpPr>
            <p:grpSpPr>
              <a:xfrm>
                <a:off x="7512843" y="685800"/>
                <a:ext cx="213931" cy="243077"/>
                <a:chOff x="7512843" y="685800"/>
                <a:chExt cx="213931" cy="243077"/>
              </a:xfrm>
            </p:grpSpPr>
            <p:grpSp>
              <p:nvGrpSpPr>
                <p:cNvPr id="527" name="Google Shape;527;p17"/>
                <p:cNvGrpSpPr/>
                <p:nvPr/>
              </p:nvGrpSpPr>
              <p:grpSpPr>
                <a:xfrm>
                  <a:off x="7512843" y="836580"/>
                  <a:ext cx="213931" cy="92297"/>
                  <a:chOff x="7512843" y="836580"/>
                  <a:chExt cx="213931" cy="92297"/>
                </a:xfrm>
              </p:grpSpPr>
              <p:sp>
                <p:nvSpPr>
                  <p:cNvPr id="528" name="Google Shape;528;p17"/>
                  <p:cNvSpPr/>
                  <p:nvPr/>
                </p:nvSpPr>
                <p:spPr>
                  <a:xfrm>
                    <a:off x="7512843" y="856011"/>
                    <a:ext cx="213931" cy="72866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13931" h="72866" extrusionOk="0">
                        <a:moveTo>
                          <a:pt x="0" y="0"/>
                        </a:moveTo>
                        <a:lnTo>
                          <a:pt x="0" y="53435"/>
                        </a:lnTo>
                        <a:cubicBezTo>
                          <a:pt x="0" y="64199"/>
                          <a:pt x="47911" y="72866"/>
                          <a:pt x="106966" y="72866"/>
                        </a:cubicBezTo>
                        <a:cubicBezTo>
                          <a:pt x="166021" y="72866"/>
                          <a:pt x="213932" y="64199"/>
                          <a:pt x="213932" y="53435"/>
                        </a:cubicBezTo>
                        <a:lnTo>
                          <a:pt x="213932" y="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 dirty="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29" name="Google Shape;529;p17"/>
                  <p:cNvSpPr/>
                  <p:nvPr/>
                </p:nvSpPr>
                <p:spPr>
                  <a:xfrm>
                    <a:off x="7512843" y="836580"/>
                    <a:ext cx="213931" cy="38861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13931" h="38861" extrusionOk="0">
                        <a:moveTo>
                          <a:pt x="213932" y="19431"/>
                        </a:moveTo>
                        <a:cubicBezTo>
                          <a:pt x="213932" y="30162"/>
                          <a:pt x="166042" y="38862"/>
                          <a:pt x="106966" y="38862"/>
                        </a:cubicBezTo>
                        <a:cubicBezTo>
                          <a:pt x="47891" y="38862"/>
                          <a:pt x="1" y="30162"/>
                          <a:pt x="1" y="19431"/>
                        </a:cubicBezTo>
                        <a:cubicBezTo>
                          <a:pt x="1" y="8700"/>
                          <a:pt x="47891" y="0"/>
                          <a:pt x="106966" y="0"/>
                        </a:cubicBezTo>
                        <a:cubicBezTo>
                          <a:pt x="166042" y="0"/>
                          <a:pt x="213932" y="8700"/>
                          <a:pt x="213932" y="19431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 dirty="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530" name="Google Shape;530;p17"/>
                <p:cNvGrpSpPr/>
                <p:nvPr/>
              </p:nvGrpSpPr>
              <p:grpSpPr>
                <a:xfrm>
                  <a:off x="7512843" y="761238"/>
                  <a:ext cx="213931" cy="92296"/>
                  <a:chOff x="7512843" y="761238"/>
                  <a:chExt cx="213931" cy="92296"/>
                </a:xfrm>
              </p:grpSpPr>
              <p:sp>
                <p:nvSpPr>
                  <p:cNvPr id="531" name="Google Shape;531;p17"/>
                  <p:cNvSpPr/>
                  <p:nvPr/>
                </p:nvSpPr>
                <p:spPr>
                  <a:xfrm>
                    <a:off x="7512843" y="780668"/>
                    <a:ext cx="213931" cy="72866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13931" h="72866" extrusionOk="0">
                        <a:moveTo>
                          <a:pt x="0" y="0"/>
                        </a:moveTo>
                        <a:lnTo>
                          <a:pt x="0" y="53435"/>
                        </a:lnTo>
                        <a:cubicBezTo>
                          <a:pt x="0" y="64199"/>
                          <a:pt x="47911" y="72866"/>
                          <a:pt x="106966" y="72866"/>
                        </a:cubicBezTo>
                        <a:cubicBezTo>
                          <a:pt x="166021" y="72866"/>
                          <a:pt x="213932" y="64199"/>
                          <a:pt x="213932" y="53435"/>
                        </a:cubicBezTo>
                        <a:lnTo>
                          <a:pt x="213932" y="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 dirty="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32" name="Google Shape;532;p17"/>
                  <p:cNvSpPr/>
                  <p:nvPr/>
                </p:nvSpPr>
                <p:spPr>
                  <a:xfrm>
                    <a:off x="7512843" y="761238"/>
                    <a:ext cx="213931" cy="38861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13931" h="38861" extrusionOk="0">
                        <a:moveTo>
                          <a:pt x="213932" y="19431"/>
                        </a:moveTo>
                        <a:cubicBezTo>
                          <a:pt x="213932" y="30162"/>
                          <a:pt x="166042" y="38862"/>
                          <a:pt x="106966" y="38862"/>
                        </a:cubicBezTo>
                        <a:cubicBezTo>
                          <a:pt x="47891" y="38862"/>
                          <a:pt x="1" y="30162"/>
                          <a:pt x="1" y="19431"/>
                        </a:cubicBezTo>
                        <a:cubicBezTo>
                          <a:pt x="1" y="8700"/>
                          <a:pt x="47891" y="0"/>
                          <a:pt x="106966" y="0"/>
                        </a:cubicBezTo>
                        <a:cubicBezTo>
                          <a:pt x="166042" y="0"/>
                          <a:pt x="213932" y="8700"/>
                          <a:pt x="213932" y="19431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 dirty="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533" name="Google Shape;533;p17"/>
                <p:cNvGrpSpPr/>
                <p:nvPr/>
              </p:nvGrpSpPr>
              <p:grpSpPr>
                <a:xfrm>
                  <a:off x="7512843" y="685800"/>
                  <a:ext cx="213931" cy="92297"/>
                  <a:chOff x="7512843" y="685800"/>
                  <a:chExt cx="213931" cy="92297"/>
                </a:xfrm>
              </p:grpSpPr>
              <p:sp>
                <p:nvSpPr>
                  <p:cNvPr id="534" name="Google Shape;534;p17"/>
                  <p:cNvSpPr/>
                  <p:nvPr/>
                </p:nvSpPr>
                <p:spPr>
                  <a:xfrm>
                    <a:off x="7512843" y="705231"/>
                    <a:ext cx="213931" cy="72866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13931" h="72866" extrusionOk="0">
                        <a:moveTo>
                          <a:pt x="0" y="0"/>
                        </a:moveTo>
                        <a:lnTo>
                          <a:pt x="0" y="53435"/>
                        </a:lnTo>
                        <a:cubicBezTo>
                          <a:pt x="0" y="64198"/>
                          <a:pt x="47911" y="72866"/>
                          <a:pt x="106966" y="72866"/>
                        </a:cubicBezTo>
                        <a:cubicBezTo>
                          <a:pt x="166021" y="72866"/>
                          <a:pt x="213932" y="64198"/>
                          <a:pt x="213932" y="53435"/>
                        </a:cubicBezTo>
                        <a:lnTo>
                          <a:pt x="213932" y="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 dirty="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35" name="Google Shape;535;p17"/>
                  <p:cNvSpPr/>
                  <p:nvPr/>
                </p:nvSpPr>
                <p:spPr>
                  <a:xfrm>
                    <a:off x="7512843" y="685800"/>
                    <a:ext cx="213931" cy="38861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13931" h="38861" extrusionOk="0">
                        <a:moveTo>
                          <a:pt x="213932" y="19431"/>
                        </a:moveTo>
                        <a:cubicBezTo>
                          <a:pt x="213932" y="30162"/>
                          <a:pt x="166042" y="38862"/>
                          <a:pt x="106966" y="38862"/>
                        </a:cubicBezTo>
                        <a:cubicBezTo>
                          <a:pt x="47891" y="38862"/>
                          <a:pt x="1" y="30162"/>
                          <a:pt x="1" y="19431"/>
                        </a:cubicBezTo>
                        <a:cubicBezTo>
                          <a:pt x="1" y="8700"/>
                          <a:pt x="47891" y="0"/>
                          <a:pt x="106966" y="0"/>
                        </a:cubicBezTo>
                        <a:cubicBezTo>
                          <a:pt x="166042" y="0"/>
                          <a:pt x="213932" y="8700"/>
                          <a:pt x="213932" y="19431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 dirty="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</p:grpSp>
        </p:grpSp>
      </p:grp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six columns">
  <p:cSld name="CUSTOM_7">
    <p:spTree>
      <p:nvGrpSpPr>
        <p:cNvPr id="1" name="Shape 5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7" name="Google Shape;537;p18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538" name="Google Shape;538;p18"/>
          <p:cNvSpPr txBox="1">
            <a:spLocks noGrp="1"/>
          </p:cNvSpPr>
          <p:nvPr>
            <p:ph type="subTitle" idx="1"/>
          </p:nvPr>
        </p:nvSpPr>
        <p:spPr>
          <a:xfrm>
            <a:off x="723900" y="1710151"/>
            <a:ext cx="1986000" cy="110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539" name="Google Shape;539;p18"/>
          <p:cNvSpPr txBox="1">
            <a:spLocks noGrp="1"/>
          </p:cNvSpPr>
          <p:nvPr>
            <p:ph type="subTitle" idx="2"/>
          </p:nvPr>
        </p:nvSpPr>
        <p:spPr>
          <a:xfrm>
            <a:off x="3577144" y="1710161"/>
            <a:ext cx="1986000" cy="110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540" name="Google Shape;540;p18"/>
          <p:cNvSpPr txBox="1">
            <a:spLocks noGrp="1"/>
          </p:cNvSpPr>
          <p:nvPr>
            <p:ph type="subTitle" idx="3"/>
          </p:nvPr>
        </p:nvSpPr>
        <p:spPr>
          <a:xfrm>
            <a:off x="723900" y="3498800"/>
            <a:ext cx="1986000" cy="110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541" name="Google Shape;541;p18"/>
          <p:cNvSpPr txBox="1">
            <a:spLocks noGrp="1"/>
          </p:cNvSpPr>
          <p:nvPr>
            <p:ph type="subTitle" idx="4"/>
          </p:nvPr>
        </p:nvSpPr>
        <p:spPr>
          <a:xfrm>
            <a:off x="3577144" y="3498800"/>
            <a:ext cx="1986000" cy="110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542" name="Google Shape;542;p18"/>
          <p:cNvSpPr txBox="1">
            <a:spLocks noGrp="1"/>
          </p:cNvSpPr>
          <p:nvPr>
            <p:ph type="subTitle" idx="5"/>
          </p:nvPr>
        </p:nvSpPr>
        <p:spPr>
          <a:xfrm>
            <a:off x="6430388" y="1710161"/>
            <a:ext cx="1986000" cy="110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543" name="Google Shape;543;p18"/>
          <p:cNvSpPr txBox="1">
            <a:spLocks noGrp="1"/>
          </p:cNvSpPr>
          <p:nvPr>
            <p:ph type="subTitle" idx="6"/>
          </p:nvPr>
        </p:nvSpPr>
        <p:spPr>
          <a:xfrm>
            <a:off x="6430388" y="3498800"/>
            <a:ext cx="1986000" cy="110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544" name="Google Shape;544;p18"/>
          <p:cNvSpPr txBox="1">
            <a:spLocks noGrp="1"/>
          </p:cNvSpPr>
          <p:nvPr>
            <p:ph type="subTitle" idx="7"/>
          </p:nvPr>
        </p:nvSpPr>
        <p:spPr>
          <a:xfrm>
            <a:off x="731700" y="1060275"/>
            <a:ext cx="1978200" cy="653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1800" b="1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545" name="Google Shape;545;p18"/>
          <p:cNvSpPr txBox="1">
            <a:spLocks noGrp="1"/>
          </p:cNvSpPr>
          <p:nvPr>
            <p:ph type="subTitle" idx="8"/>
          </p:nvPr>
        </p:nvSpPr>
        <p:spPr>
          <a:xfrm>
            <a:off x="3582994" y="1060284"/>
            <a:ext cx="1978200" cy="653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1800" b="1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546" name="Google Shape;546;p18"/>
          <p:cNvSpPr txBox="1">
            <a:spLocks noGrp="1"/>
          </p:cNvSpPr>
          <p:nvPr>
            <p:ph type="subTitle" idx="9"/>
          </p:nvPr>
        </p:nvSpPr>
        <p:spPr>
          <a:xfrm>
            <a:off x="6434288" y="1060284"/>
            <a:ext cx="1978200" cy="653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1800" b="1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547" name="Google Shape;547;p18"/>
          <p:cNvSpPr txBox="1">
            <a:spLocks noGrp="1"/>
          </p:cNvSpPr>
          <p:nvPr>
            <p:ph type="subTitle" idx="13"/>
          </p:nvPr>
        </p:nvSpPr>
        <p:spPr>
          <a:xfrm>
            <a:off x="723900" y="2845800"/>
            <a:ext cx="1986000" cy="653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1800" b="1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548" name="Google Shape;548;p18"/>
          <p:cNvSpPr txBox="1">
            <a:spLocks noGrp="1"/>
          </p:cNvSpPr>
          <p:nvPr>
            <p:ph type="subTitle" idx="14"/>
          </p:nvPr>
        </p:nvSpPr>
        <p:spPr>
          <a:xfrm>
            <a:off x="3582995" y="2845800"/>
            <a:ext cx="1978200" cy="653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1800" b="1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549" name="Google Shape;549;p18"/>
          <p:cNvSpPr txBox="1">
            <a:spLocks noGrp="1"/>
          </p:cNvSpPr>
          <p:nvPr>
            <p:ph type="subTitle" idx="15"/>
          </p:nvPr>
        </p:nvSpPr>
        <p:spPr>
          <a:xfrm>
            <a:off x="6434290" y="2845800"/>
            <a:ext cx="1978200" cy="653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1800" b="1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550" name="Google Shape;550;p18"/>
          <p:cNvSpPr/>
          <p:nvPr/>
        </p:nvSpPr>
        <p:spPr>
          <a:xfrm rot="-3263452" flipH="1">
            <a:off x="7372110" y="4038327"/>
            <a:ext cx="2997856" cy="2576292"/>
          </a:xfrm>
          <a:custGeom>
            <a:avLst/>
            <a:gdLst/>
            <a:ahLst/>
            <a:cxnLst/>
            <a:rect l="l" t="t" r="r" b="b"/>
            <a:pathLst>
              <a:path w="38869" h="30330" extrusionOk="0">
                <a:moveTo>
                  <a:pt x="24297" y="1"/>
                </a:moveTo>
                <a:cubicBezTo>
                  <a:pt x="23576" y="1"/>
                  <a:pt x="22813" y="81"/>
                  <a:pt x="22018" y="271"/>
                </a:cubicBezTo>
                <a:cubicBezTo>
                  <a:pt x="16904" y="1494"/>
                  <a:pt x="14626" y="5778"/>
                  <a:pt x="11611" y="8671"/>
                </a:cubicBezTo>
                <a:cubicBezTo>
                  <a:pt x="10032" y="10186"/>
                  <a:pt x="7766" y="10684"/>
                  <a:pt x="5916" y="11826"/>
                </a:cubicBezTo>
                <a:cubicBezTo>
                  <a:pt x="0" y="15481"/>
                  <a:pt x="539" y="24197"/>
                  <a:pt x="4874" y="27639"/>
                </a:cubicBezTo>
                <a:cubicBezTo>
                  <a:pt x="7150" y="29445"/>
                  <a:pt x="9815" y="30330"/>
                  <a:pt x="12976" y="30330"/>
                </a:cubicBezTo>
                <a:cubicBezTo>
                  <a:pt x="15025" y="30330"/>
                  <a:pt x="17282" y="29958"/>
                  <a:pt x="19778" y="29225"/>
                </a:cubicBezTo>
                <a:cubicBezTo>
                  <a:pt x="26123" y="27360"/>
                  <a:pt x="30656" y="26268"/>
                  <a:pt x="34763" y="20412"/>
                </a:cubicBezTo>
                <a:cubicBezTo>
                  <a:pt x="38869" y="14558"/>
                  <a:pt x="35544" y="6859"/>
                  <a:pt x="30907" y="2368"/>
                </a:cubicBezTo>
                <a:cubicBezTo>
                  <a:pt x="30907" y="2368"/>
                  <a:pt x="28215" y="1"/>
                  <a:pt x="24297" y="1"/>
                </a:cubicBezTo>
                <a:close/>
              </a:path>
            </a:pathLst>
          </a:custGeom>
          <a:solidFill>
            <a:srgbClr val="000000">
              <a:alpha val="1006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551" name="Google Shape;551;p18"/>
          <p:cNvSpPr/>
          <p:nvPr/>
        </p:nvSpPr>
        <p:spPr>
          <a:xfrm rot="531647" flipH="1">
            <a:off x="-1621232" y="4095570"/>
            <a:ext cx="2581069" cy="2087046"/>
          </a:xfrm>
          <a:custGeom>
            <a:avLst/>
            <a:gdLst/>
            <a:ahLst/>
            <a:cxnLst/>
            <a:rect l="l" t="t" r="r" b="b"/>
            <a:pathLst>
              <a:path w="39315" h="31790" extrusionOk="0">
                <a:moveTo>
                  <a:pt x="21370" y="0"/>
                </a:moveTo>
                <a:cubicBezTo>
                  <a:pt x="19245" y="0"/>
                  <a:pt x="16609" y="420"/>
                  <a:pt x="13994" y="1929"/>
                </a:cubicBezTo>
                <a:cubicBezTo>
                  <a:pt x="8094" y="5332"/>
                  <a:pt x="5120" y="12086"/>
                  <a:pt x="2561" y="17498"/>
                </a:cubicBezTo>
                <a:cubicBezTo>
                  <a:pt x="0" y="22912"/>
                  <a:pt x="1474" y="28410"/>
                  <a:pt x="5979" y="30920"/>
                </a:cubicBezTo>
                <a:cubicBezTo>
                  <a:pt x="7113" y="31551"/>
                  <a:pt x="8155" y="31789"/>
                  <a:pt x="9181" y="31789"/>
                </a:cubicBezTo>
                <a:cubicBezTo>
                  <a:pt x="12232" y="31789"/>
                  <a:pt x="15135" y="29683"/>
                  <a:pt x="19863" y="29548"/>
                </a:cubicBezTo>
                <a:cubicBezTo>
                  <a:pt x="20630" y="29526"/>
                  <a:pt x="21329" y="29520"/>
                  <a:pt x="21975" y="29520"/>
                </a:cubicBezTo>
                <a:cubicBezTo>
                  <a:pt x="22766" y="29520"/>
                  <a:pt x="23477" y="29529"/>
                  <a:pt x="24134" y="29529"/>
                </a:cubicBezTo>
                <a:cubicBezTo>
                  <a:pt x="27359" y="29529"/>
                  <a:pt x="29297" y="29308"/>
                  <a:pt x="33123" y="26702"/>
                </a:cubicBezTo>
                <a:cubicBezTo>
                  <a:pt x="38366" y="23130"/>
                  <a:pt x="39314" y="14704"/>
                  <a:pt x="35179" y="8470"/>
                </a:cubicBezTo>
                <a:cubicBezTo>
                  <a:pt x="31041" y="2236"/>
                  <a:pt x="25903" y="663"/>
                  <a:pt x="25903" y="663"/>
                </a:cubicBezTo>
                <a:cubicBezTo>
                  <a:pt x="25903" y="663"/>
                  <a:pt x="24040" y="0"/>
                  <a:pt x="21370" y="0"/>
                </a:cubicBezTo>
                <a:close/>
              </a:path>
            </a:pathLst>
          </a:custGeom>
          <a:solidFill>
            <a:srgbClr val="000000">
              <a:alpha val="1006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552" name="Google Shape;552;p18"/>
          <p:cNvSpPr/>
          <p:nvPr/>
        </p:nvSpPr>
        <p:spPr>
          <a:xfrm rot="460658" flipH="1">
            <a:off x="7344116" y="-1448948"/>
            <a:ext cx="3053845" cy="2469331"/>
          </a:xfrm>
          <a:custGeom>
            <a:avLst/>
            <a:gdLst/>
            <a:ahLst/>
            <a:cxnLst/>
            <a:rect l="l" t="t" r="r" b="b"/>
            <a:pathLst>
              <a:path w="39315" h="31790" extrusionOk="0">
                <a:moveTo>
                  <a:pt x="21370" y="0"/>
                </a:moveTo>
                <a:cubicBezTo>
                  <a:pt x="19245" y="0"/>
                  <a:pt x="16609" y="420"/>
                  <a:pt x="13994" y="1929"/>
                </a:cubicBezTo>
                <a:cubicBezTo>
                  <a:pt x="8094" y="5332"/>
                  <a:pt x="5120" y="12086"/>
                  <a:pt x="2561" y="17498"/>
                </a:cubicBezTo>
                <a:cubicBezTo>
                  <a:pt x="0" y="22912"/>
                  <a:pt x="1474" y="28410"/>
                  <a:pt x="5979" y="30920"/>
                </a:cubicBezTo>
                <a:cubicBezTo>
                  <a:pt x="7113" y="31551"/>
                  <a:pt x="8155" y="31789"/>
                  <a:pt x="9181" y="31789"/>
                </a:cubicBezTo>
                <a:cubicBezTo>
                  <a:pt x="12232" y="31789"/>
                  <a:pt x="15135" y="29683"/>
                  <a:pt x="19863" y="29548"/>
                </a:cubicBezTo>
                <a:cubicBezTo>
                  <a:pt x="20630" y="29526"/>
                  <a:pt x="21329" y="29520"/>
                  <a:pt x="21975" y="29520"/>
                </a:cubicBezTo>
                <a:cubicBezTo>
                  <a:pt x="22766" y="29520"/>
                  <a:pt x="23477" y="29529"/>
                  <a:pt x="24134" y="29529"/>
                </a:cubicBezTo>
                <a:cubicBezTo>
                  <a:pt x="27359" y="29529"/>
                  <a:pt x="29297" y="29308"/>
                  <a:pt x="33123" y="26702"/>
                </a:cubicBezTo>
                <a:cubicBezTo>
                  <a:pt x="38366" y="23130"/>
                  <a:pt x="39314" y="14704"/>
                  <a:pt x="35179" y="8470"/>
                </a:cubicBezTo>
                <a:cubicBezTo>
                  <a:pt x="31041" y="2236"/>
                  <a:pt x="25903" y="663"/>
                  <a:pt x="25903" y="663"/>
                </a:cubicBezTo>
                <a:cubicBezTo>
                  <a:pt x="25903" y="663"/>
                  <a:pt x="24040" y="0"/>
                  <a:pt x="21370" y="0"/>
                </a:cubicBezTo>
                <a:close/>
              </a:path>
            </a:pathLst>
          </a:custGeom>
          <a:solidFill>
            <a:srgbClr val="000000">
              <a:alpha val="1006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grpSp>
        <p:nvGrpSpPr>
          <p:cNvPr id="553" name="Google Shape;553;p18"/>
          <p:cNvGrpSpPr/>
          <p:nvPr/>
        </p:nvGrpSpPr>
        <p:grpSpPr>
          <a:xfrm>
            <a:off x="7931872" y="177093"/>
            <a:ext cx="997823" cy="737095"/>
            <a:chOff x="7931872" y="177093"/>
            <a:chExt cx="997823" cy="737095"/>
          </a:xfrm>
        </p:grpSpPr>
        <p:grpSp>
          <p:nvGrpSpPr>
            <p:cNvPr id="554" name="Google Shape;554;p18"/>
            <p:cNvGrpSpPr/>
            <p:nvPr/>
          </p:nvGrpSpPr>
          <p:grpSpPr>
            <a:xfrm>
              <a:off x="7931872" y="177093"/>
              <a:ext cx="919725" cy="318025"/>
              <a:chOff x="7230903" y="4635722"/>
              <a:chExt cx="652843" cy="225742"/>
            </a:xfrm>
          </p:grpSpPr>
          <p:sp>
            <p:nvSpPr>
              <p:cNvPr id="555" name="Google Shape;555;p18"/>
              <p:cNvSpPr/>
              <p:nvPr/>
            </p:nvSpPr>
            <p:spPr>
              <a:xfrm>
                <a:off x="7230903" y="4635722"/>
                <a:ext cx="652843" cy="225742"/>
              </a:xfrm>
              <a:custGeom>
                <a:avLst/>
                <a:gdLst/>
                <a:ahLst/>
                <a:cxnLst/>
                <a:rect l="l" t="t" r="r" b="b"/>
                <a:pathLst>
                  <a:path w="652843" h="225742" extrusionOk="0">
                    <a:moveTo>
                      <a:pt x="619030" y="0"/>
                    </a:moveTo>
                    <a:cubicBezTo>
                      <a:pt x="637705" y="0"/>
                      <a:pt x="652844" y="15139"/>
                      <a:pt x="652844" y="33814"/>
                    </a:cubicBezTo>
                    <a:lnTo>
                      <a:pt x="652844" y="191929"/>
                    </a:lnTo>
                    <a:cubicBezTo>
                      <a:pt x="652844" y="210603"/>
                      <a:pt x="637704" y="225742"/>
                      <a:pt x="619030" y="225742"/>
                    </a:cubicBezTo>
                    <a:lnTo>
                      <a:pt x="33814" y="225742"/>
                    </a:lnTo>
                    <a:cubicBezTo>
                      <a:pt x="15139" y="225742"/>
                      <a:pt x="0" y="210603"/>
                      <a:pt x="0" y="191929"/>
                    </a:cubicBezTo>
                    <a:lnTo>
                      <a:pt x="0" y="33814"/>
                    </a:lnTo>
                    <a:cubicBezTo>
                      <a:pt x="0" y="15139"/>
                      <a:pt x="15139" y="0"/>
                      <a:pt x="33814" y="0"/>
                    </a:cubicBez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556" name="Google Shape;556;p18"/>
              <p:cNvSpPr/>
              <p:nvPr/>
            </p:nvSpPr>
            <p:spPr>
              <a:xfrm>
                <a:off x="7287577" y="4672107"/>
                <a:ext cx="151161" cy="151161"/>
              </a:xfrm>
              <a:custGeom>
                <a:avLst/>
                <a:gdLst/>
                <a:ahLst/>
                <a:cxnLst/>
                <a:rect l="l" t="t" r="r" b="b"/>
                <a:pathLst>
                  <a:path w="151161" h="151161" extrusionOk="0">
                    <a:moveTo>
                      <a:pt x="0" y="0"/>
                    </a:moveTo>
                    <a:lnTo>
                      <a:pt x="151161" y="0"/>
                    </a:lnTo>
                    <a:lnTo>
                      <a:pt x="151161" y="151162"/>
                    </a:lnTo>
                    <a:lnTo>
                      <a:pt x="0" y="151162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grpSp>
            <p:nvGrpSpPr>
              <p:cNvPr id="557" name="Google Shape;557;p18"/>
              <p:cNvGrpSpPr/>
              <p:nvPr/>
            </p:nvGrpSpPr>
            <p:grpSpPr>
              <a:xfrm>
                <a:off x="7487126" y="4676394"/>
                <a:ext cx="332041" cy="142684"/>
                <a:chOff x="7487126" y="4676394"/>
                <a:chExt cx="332041" cy="142684"/>
              </a:xfrm>
            </p:grpSpPr>
            <p:sp>
              <p:nvSpPr>
                <p:cNvPr id="558" name="Google Shape;558;p18"/>
                <p:cNvSpPr/>
                <p:nvPr/>
              </p:nvSpPr>
              <p:spPr>
                <a:xfrm>
                  <a:off x="7487126" y="4676394"/>
                  <a:ext cx="332041" cy="2038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32041" h="20383" extrusionOk="0">
                      <a:moveTo>
                        <a:pt x="0" y="0"/>
                      </a:moveTo>
                      <a:lnTo>
                        <a:pt x="332041" y="0"/>
                      </a:lnTo>
                      <a:lnTo>
                        <a:pt x="332041" y="20384"/>
                      </a:lnTo>
                      <a:lnTo>
                        <a:pt x="0" y="20384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559" name="Google Shape;559;p18"/>
                <p:cNvSpPr/>
                <p:nvPr/>
              </p:nvSpPr>
              <p:spPr>
                <a:xfrm>
                  <a:off x="7487126" y="4717161"/>
                  <a:ext cx="290322" cy="2038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0322" h="20383" extrusionOk="0">
                      <a:moveTo>
                        <a:pt x="0" y="0"/>
                      </a:moveTo>
                      <a:lnTo>
                        <a:pt x="290322" y="0"/>
                      </a:lnTo>
                      <a:lnTo>
                        <a:pt x="290322" y="20384"/>
                      </a:lnTo>
                      <a:lnTo>
                        <a:pt x="0" y="20384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560" name="Google Shape;560;p18"/>
                <p:cNvSpPr/>
                <p:nvPr/>
              </p:nvSpPr>
              <p:spPr>
                <a:xfrm>
                  <a:off x="7487126" y="4757928"/>
                  <a:ext cx="303942" cy="2038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03942" h="20383" extrusionOk="0">
                      <a:moveTo>
                        <a:pt x="0" y="0"/>
                      </a:moveTo>
                      <a:lnTo>
                        <a:pt x="303942" y="0"/>
                      </a:lnTo>
                      <a:lnTo>
                        <a:pt x="303942" y="20384"/>
                      </a:lnTo>
                      <a:lnTo>
                        <a:pt x="0" y="20384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561" name="Google Shape;561;p18"/>
                <p:cNvSpPr/>
                <p:nvPr/>
              </p:nvSpPr>
              <p:spPr>
                <a:xfrm>
                  <a:off x="7487126" y="4798695"/>
                  <a:ext cx="171545" cy="2038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1545" h="20383" extrusionOk="0">
                      <a:moveTo>
                        <a:pt x="0" y="0"/>
                      </a:moveTo>
                      <a:lnTo>
                        <a:pt x="171545" y="0"/>
                      </a:lnTo>
                      <a:lnTo>
                        <a:pt x="171545" y="20384"/>
                      </a:lnTo>
                      <a:lnTo>
                        <a:pt x="0" y="20384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</p:grpSp>
        <p:grpSp>
          <p:nvGrpSpPr>
            <p:cNvPr id="562" name="Google Shape;562;p18"/>
            <p:cNvGrpSpPr/>
            <p:nvPr/>
          </p:nvGrpSpPr>
          <p:grpSpPr>
            <a:xfrm>
              <a:off x="7931872" y="596163"/>
              <a:ext cx="919725" cy="318025"/>
              <a:chOff x="7230903" y="4933188"/>
              <a:chExt cx="652843" cy="225742"/>
            </a:xfrm>
          </p:grpSpPr>
          <p:grpSp>
            <p:nvGrpSpPr>
              <p:cNvPr id="563" name="Google Shape;563;p18"/>
              <p:cNvGrpSpPr/>
              <p:nvPr/>
            </p:nvGrpSpPr>
            <p:grpSpPr>
              <a:xfrm>
                <a:off x="7230903" y="4933188"/>
                <a:ext cx="652843" cy="225742"/>
                <a:chOff x="7230903" y="4933188"/>
                <a:chExt cx="652843" cy="225742"/>
              </a:xfrm>
            </p:grpSpPr>
            <p:sp>
              <p:nvSpPr>
                <p:cNvPr id="564" name="Google Shape;564;p18"/>
                <p:cNvSpPr/>
                <p:nvPr/>
              </p:nvSpPr>
              <p:spPr>
                <a:xfrm>
                  <a:off x="7230903" y="4933188"/>
                  <a:ext cx="652843" cy="22574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52843" h="225742" extrusionOk="0">
                      <a:moveTo>
                        <a:pt x="619030" y="0"/>
                      </a:moveTo>
                      <a:cubicBezTo>
                        <a:pt x="637705" y="0"/>
                        <a:pt x="652844" y="15139"/>
                        <a:pt x="652844" y="33814"/>
                      </a:cubicBezTo>
                      <a:lnTo>
                        <a:pt x="652844" y="191929"/>
                      </a:lnTo>
                      <a:cubicBezTo>
                        <a:pt x="652844" y="210604"/>
                        <a:pt x="637704" y="225742"/>
                        <a:pt x="619030" y="225742"/>
                      </a:cubicBezTo>
                      <a:lnTo>
                        <a:pt x="33814" y="225742"/>
                      </a:lnTo>
                      <a:cubicBezTo>
                        <a:pt x="15139" y="225742"/>
                        <a:pt x="0" y="210604"/>
                        <a:pt x="0" y="191929"/>
                      </a:cubicBezTo>
                      <a:lnTo>
                        <a:pt x="0" y="33814"/>
                      </a:lnTo>
                      <a:cubicBezTo>
                        <a:pt x="0" y="15139"/>
                        <a:pt x="15139" y="0"/>
                        <a:pt x="33814" y="0"/>
                      </a:cubicBezTo>
                      <a:close/>
                    </a:path>
                  </a:pathLst>
                </a:custGeom>
                <a:solidFill>
                  <a:schemeClr val="accent6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565" name="Google Shape;565;p18"/>
                <p:cNvSpPr/>
                <p:nvPr/>
              </p:nvSpPr>
              <p:spPr>
                <a:xfrm>
                  <a:off x="7287577" y="4969668"/>
                  <a:ext cx="151161" cy="15116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1161" h="151161" extrusionOk="0">
                      <a:moveTo>
                        <a:pt x="75534" y="151162"/>
                      </a:moveTo>
                      <a:lnTo>
                        <a:pt x="75534" y="151162"/>
                      </a:lnTo>
                      <a:cubicBezTo>
                        <a:pt x="33814" y="151162"/>
                        <a:pt x="0" y="117348"/>
                        <a:pt x="0" y="75629"/>
                      </a:cubicBezTo>
                      <a:lnTo>
                        <a:pt x="0" y="75629"/>
                      </a:lnTo>
                      <a:cubicBezTo>
                        <a:pt x="0" y="33909"/>
                        <a:pt x="33814" y="0"/>
                        <a:pt x="75534" y="0"/>
                      </a:cubicBezTo>
                      <a:lnTo>
                        <a:pt x="75534" y="0"/>
                      </a:lnTo>
                      <a:cubicBezTo>
                        <a:pt x="117253" y="0"/>
                        <a:pt x="151162" y="33814"/>
                        <a:pt x="151162" y="75533"/>
                      </a:cubicBezTo>
                      <a:lnTo>
                        <a:pt x="151162" y="75533"/>
                      </a:lnTo>
                      <a:cubicBezTo>
                        <a:pt x="151162" y="117253"/>
                        <a:pt x="117348" y="151162"/>
                        <a:pt x="75534" y="151162"/>
                      </a:cubicBez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566" name="Google Shape;566;p18"/>
                <p:cNvGrpSpPr/>
                <p:nvPr/>
              </p:nvGrpSpPr>
              <p:grpSpPr>
                <a:xfrm>
                  <a:off x="7487126" y="4973859"/>
                  <a:ext cx="332041" cy="142684"/>
                  <a:chOff x="7487126" y="4973859"/>
                  <a:chExt cx="332041" cy="142684"/>
                </a:xfrm>
              </p:grpSpPr>
              <p:sp>
                <p:nvSpPr>
                  <p:cNvPr id="567" name="Google Shape;567;p18"/>
                  <p:cNvSpPr/>
                  <p:nvPr/>
                </p:nvSpPr>
                <p:spPr>
                  <a:xfrm>
                    <a:off x="7506747" y="4973859"/>
                    <a:ext cx="280034" cy="20383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80034" h="20383" extrusionOk="0">
                        <a:moveTo>
                          <a:pt x="0" y="0"/>
                        </a:moveTo>
                        <a:lnTo>
                          <a:pt x="280035" y="0"/>
                        </a:lnTo>
                        <a:lnTo>
                          <a:pt x="280035" y="20384"/>
                        </a:lnTo>
                        <a:lnTo>
                          <a:pt x="0" y="20384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 dirty="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68" name="Google Shape;568;p18"/>
                  <p:cNvSpPr/>
                  <p:nvPr/>
                </p:nvSpPr>
                <p:spPr>
                  <a:xfrm>
                    <a:off x="7487126" y="5014626"/>
                    <a:ext cx="205073" cy="20383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05073" h="20383" extrusionOk="0">
                        <a:moveTo>
                          <a:pt x="0" y="0"/>
                        </a:moveTo>
                        <a:lnTo>
                          <a:pt x="205073" y="0"/>
                        </a:lnTo>
                        <a:lnTo>
                          <a:pt x="205073" y="20384"/>
                        </a:lnTo>
                        <a:lnTo>
                          <a:pt x="0" y="20384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 dirty="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69" name="Google Shape;569;p18"/>
                  <p:cNvSpPr/>
                  <p:nvPr/>
                </p:nvSpPr>
                <p:spPr>
                  <a:xfrm>
                    <a:off x="7487126" y="5055393"/>
                    <a:ext cx="332041" cy="20383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32041" h="20383" extrusionOk="0">
                        <a:moveTo>
                          <a:pt x="0" y="0"/>
                        </a:moveTo>
                        <a:lnTo>
                          <a:pt x="332041" y="0"/>
                        </a:lnTo>
                        <a:lnTo>
                          <a:pt x="332041" y="20384"/>
                        </a:lnTo>
                        <a:lnTo>
                          <a:pt x="0" y="20384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 dirty="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70" name="Google Shape;570;p18"/>
                  <p:cNvSpPr/>
                  <p:nvPr/>
                </p:nvSpPr>
                <p:spPr>
                  <a:xfrm>
                    <a:off x="7487126" y="5096160"/>
                    <a:ext cx="171545" cy="20383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71545" h="20383" extrusionOk="0">
                        <a:moveTo>
                          <a:pt x="0" y="0"/>
                        </a:moveTo>
                        <a:lnTo>
                          <a:pt x="171545" y="0"/>
                        </a:lnTo>
                        <a:lnTo>
                          <a:pt x="171545" y="20384"/>
                        </a:lnTo>
                        <a:lnTo>
                          <a:pt x="0" y="20384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 dirty="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</p:grpSp>
          <p:sp>
            <p:nvSpPr>
              <p:cNvPr id="571" name="Google Shape;571;p18"/>
              <p:cNvSpPr/>
              <p:nvPr/>
            </p:nvSpPr>
            <p:spPr>
              <a:xfrm>
                <a:off x="7338250" y="5011639"/>
                <a:ext cx="50734" cy="60632"/>
              </a:xfrm>
              <a:custGeom>
                <a:avLst/>
                <a:gdLst/>
                <a:ahLst/>
                <a:cxnLst/>
                <a:rect l="l" t="t" r="r" b="b"/>
                <a:pathLst>
                  <a:path w="50734" h="60632" extrusionOk="0">
                    <a:moveTo>
                      <a:pt x="0" y="4892"/>
                    </a:moveTo>
                    <a:lnTo>
                      <a:pt x="0" y="55851"/>
                    </a:lnTo>
                    <a:cubicBezTo>
                      <a:pt x="0" y="59566"/>
                      <a:pt x="4001" y="61851"/>
                      <a:pt x="7239" y="59947"/>
                    </a:cubicBezTo>
                    <a:lnTo>
                      <a:pt x="48387" y="35563"/>
                    </a:lnTo>
                    <a:cubicBezTo>
                      <a:pt x="51435" y="33753"/>
                      <a:pt x="51531" y="29371"/>
                      <a:pt x="48578" y="27371"/>
                    </a:cubicBezTo>
                    <a:lnTo>
                      <a:pt x="7430" y="796"/>
                    </a:lnTo>
                    <a:cubicBezTo>
                      <a:pt x="4191" y="-1299"/>
                      <a:pt x="0" y="987"/>
                      <a:pt x="0" y="4797"/>
                    </a:cubicBez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572" name="Google Shape;572;p18"/>
            <p:cNvGrpSpPr/>
            <p:nvPr/>
          </p:nvGrpSpPr>
          <p:grpSpPr>
            <a:xfrm>
              <a:off x="8756326" y="539537"/>
              <a:ext cx="173370" cy="112691"/>
              <a:chOff x="7816120" y="4892994"/>
              <a:chExt cx="123062" cy="79991"/>
            </a:xfrm>
          </p:grpSpPr>
          <p:grpSp>
            <p:nvGrpSpPr>
              <p:cNvPr id="573" name="Google Shape;573;p18"/>
              <p:cNvGrpSpPr/>
              <p:nvPr/>
            </p:nvGrpSpPr>
            <p:grpSpPr>
              <a:xfrm>
                <a:off x="7816120" y="4902803"/>
                <a:ext cx="123062" cy="63817"/>
                <a:chOff x="7816120" y="4902803"/>
                <a:chExt cx="123062" cy="63817"/>
              </a:xfrm>
            </p:grpSpPr>
            <p:sp>
              <p:nvSpPr>
                <p:cNvPr id="574" name="Google Shape;574;p18"/>
                <p:cNvSpPr/>
                <p:nvPr/>
              </p:nvSpPr>
              <p:spPr>
                <a:xfrm>
                  <a:off x="7816120" y="4902803"/>
                  <a:ext cx="123062" cy="6381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3062" h="63817" extrusionOk="0">
                      <a:moveTo>
                        <a:pt x="61531" y="63817"/>
                      </a:moveTo>
                      <a:cubicBezTo>
                        <a:pt x="86963" y="63817"/>
                        <a:pt x="109442" y="51244"/>
                        <a:pt x="123063" y="31909"/>
                      </a:cubicBezTo>
                      <a:cubicBezTo>
                        <a:pt x="109442" y="12573"/>
                        <a:pt x="86963" y="0"/>
                        <a:pt x="61531" y="0"/>
                      </a:cubicBezTo>
                      <a:cubicBezTo>
                        <a:pt x="36100" y="0"/>
                        <a:pt x="13621" y="12573"/>
                        <a:pt x="0" y="31909"/>
                      </a:cubicBezTo>
                      <a:cubicBezTo>
                        <a:pt x="13621" y="51244"/>
                        <a:pt x="36100" y="63817"/>
                        <a:pt x="61531" y="63817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575" name="Google Shape;575;p18"/>
                <p:cNvSpPr/>
                <p:nvPr/>
              </p:nvSpPr>
              <p:spPr>
                <a:xfrm>
                  <a:off x="7858029" y="4915090"/>
                  <a:ext cx="39242" cy="3924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9242" h="39243" extrusionOk="0">
                      <a:moveTo>
                        <a:pt x="39243" y="19621"/>
                      </a:moveTo>
                      <a:cubicBezTo>
                        <a:pt x="39243" y="30458"/>
                        <a:pt x="30458" y="39243"/>
                        <a:pt x="19621" y="39243"/>
                      </a:cubicBezTo>
                      <a:cubicBezTo>
                        <a:pt x="8785" y="39243"/>
                        <a:pt x="0" y="30458"/>
                        <a:pt x="0" y="19621"/>
                      </a:cubicBezTo>
                      <a:cubicBezTo>
                        <a:pt x="0" y="8785"/>
                        <a:pt x="8785" y="0"/>
                        <a:pt x="19621" y="0"/>
                      </a:cubicBezTo>
                      <a:cubicBezTo>
                        <a:pt x="30458" y="0"/>
                        <a:pt x="39243" y="8785"/>
                        <a:pt x="39243" y="19621"/>
                      </a:cubicBez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sp>
            <p:nvSpPr>
              <p:cNvPr id="576" name="Google Shape;576;p18"/>
              <p:cNvSpPr/>
              <p:nvPr/>
            </p:nvSpPr>
            <p:spPr>
              <a:xfrm rot="-2700000">
                <a:off x="7825456" y="4928129"/>
                <a:ext cx="103403" cy="9720"/>
              </a:xfrm>
              <a:custGeom>
                <a:avLst/>
                <a:gdLst/>
                <a:ahLst/>
                <a:cxnLst/>
                <a:rect l="l" t="t" r="r" b="b"/>
                <a:pathLst>
                  <a:path w="103346" h="9715" extrusionOk="0">
                    <a:moveTo>
                      <a:pt x="0" y="0"/>
                    </a:moveTo>
                    <a:lnTo>
                      <a:pt x="103346" y="0"/>
                    </a:lnTo>
                    <a:lnTo>
                      <a:pt x="103346" y="9716"/>
                    </a:lnTo>
                    <a:lnTo>
                      <a:pt x="0" y="9716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umbers and text">
  <p:cSld name="CUSTOM_8">
    <p:spTree>
      <p:nvGrpSpPr>
        <p:cNvPr id="1" name="Shape 5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8" name="Google Shape;578;p19"/>
          <p:cNvSpPr txBox="1">
            <a:spLocks noGrp="1"/>
          </p:cNvSpPr>
          <p:nvPr>
            <p:ph type="title" hasCustomPrompt="1"/>
          </p:nvPr>
        </p:nvSpPr>
        <p:spPr>
          <a:xfrm>
            <a:off x="798388" y="2997571"/>
            <a:ext cx="3492600" cy="7689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4000"/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79" name="Google Shape;579;p19"/>
          <p:cNvSpPr txBox="1">
            <a:spLocks noGrp="1"/>
          </p:cNvSpPr>
          <p:nvPr>
            <p:ph type="subTitle" idx="1"/>
          </p:nvPr>
        </p:nvSpPr>
        <p:spPr>
          <a:xfrm>
            <a:off x="798388" y="3772215"/>
            <a:ext cx="3492600" cy="598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T Sans"/>
              <a:buNone/>
              <a:defRPr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9pPr>
          </a:lstStyle>
          <a:p>
            <a:endParaRPr/>
          </a:p>
        </p:txBody>
      </p:sp>
      <p:sp>
        <p:nvSpPr>
          <p:cNvPr id="580" name="Google Shape;580;p19"/>
          <p:cNvSpPr txBox="1">
            <a:spLocks noGrp="1"/>
          </p:cNvSpPr>
          <p:nvPr>
            <p:ph type="title" idx="2" hasCustomPrompt="1"/>
          </p:nvPr>
        </p:nvSpPr>
        <p:spPr>
          <a:xfrm>
            <a:off x="2825700" y="1029535"/>
            <a:ext cx="3492600" cy="7689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4000"/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81" name="Google Shape;581;p19"/>
          <p:cNvSpPr txBox="1">
            <a:spLocks noGrp="1"/>
          </p:cNvSpPr>
          <p:nvPr>
            <p:ph type="subTitle" idx="3"/>
          </p:nvPr>
        </p:nvSpPr>
        <p:spPr>
          <a:xfrm>
            <a:off x="2825700" y="1804473"/>
            <a:ext cx="3492600" cy="598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T Sans"/>
              <a:buNone/>
              <a:defRPr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9pPr>
          </a:lstStyle>
          <a:p>
            <a:endParaRPr/>
          </a:p>
        </p:txBody>
      </p:sp>
      <p:sp>
        <p:nvSpPr>
          <p:cNvPr id="582" name="Google Shape;582;p19"/>
          <p:cNvSpPr txBox="1">
            <a:spLocks noGrp="1"/>
          </p:cNvSpPr>
          <p:nvPr>
            <p:ph type="title" idx="4" hasCustomPrompt="1"/>
          </p:nvPr>
        </p:nvSpPr>
        <p:spPr>
          <a:xfrm>
            <a:off x="4853013" y="2997571"/>
            <a:ext cx="3492600" cy="7689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4000"/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83" name="Google Shape;583;p19"/>
          <p:cNvSpPr txBox="1">
            <a:spLocks noGrp="1"/>
          </p:cNvSpPr>
          <p:nvPr>
            <p:ph type="subTitle" idx="5"/>
          </p:nvPr>
        </p:nvSpPr>
        <p:spPr>
          <a:xfrm>
            <a:off x="4853013" y="3772215"/>
            <a:ext cx="3492600" cy="598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T Sans"/>
              <a:buNone/>
              <a:defRPr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T Sans"/>
              <a:buNone/>
              <a:defRPr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9pPr>
          </a:lstStyle>
          <a:p>
            <a:endParaRPr/>
          </a:p>
        </p:txBody>
      </p:sp>
      <p:sp>
        <p:nvSpPr>
          <p:cNvPr id="584" name="Google Shape;584;p19"/>
          <p:cNvSpPr/>
          <p:nvPr/>
        </p:nvSpPr>
        <p:spPr>
          <a:xfrm rot="-5710536">
            <a:off x="-1869285" y="3438573"/>
            <a:ext cx="3168438" cy="2307909"/>
          </a:xfrm>
          <a:custGeom>
            <a:avLst/>
            <a:gdLst/>
            <a:ahLst/>
            <a:cxnLst/>
            <a:rect l="l" t="t" r="r" b="b"/>
            <a:pathLst>
              <a:path w="39315" h="31790" extrusionOk="0">
                <a:moveTo>
                  <a:pt x="21370" y="0"/>
                </a:moveTo>
                <a:cubicBezTo>
                  <a:pt x="19245" y="0"/>
                  <a:pt x="16609" y="420"/>
                  <a:pt x="13994" y="1929"/>
                </a:cubicBezTo>
                <a:cubicBezTo>
                  <a:pt x="8094" y="5332"/>
                  <a:pt x="5120" y="12086"/>
                  <a:pt x="2561" y="17498"/>
                </a:cubicBezTo>
                <a:cubicBezTo>
                  <a:pt x="0" y="22912"/>
                  <a:pt x="1474" y="28410"/>
                  <a:pt x="5979" y="30920"/>
                </a:cubicBezTo>
                <a:cubicBezTo>
                  <a:pt x="7113" y="31551"/>
                  <a:pt x="8155" y="31789"/>
                  <a:pt x="9181" y="31789"/>
                </a:cubicBezTo>
                <a:cubicBezTo>
                  <a:pt x="12232" y="31789"/>
                  <a:pt x="15135" y="29683"/>
                  <a:pt x="19863" y="29548"/>
                </a:cubicBezTo>
                <a:cubicBezTo>
                  <a:pt x="20630" y="29526"/>
                  <a:pt x="21329" y="29520"/>
                  <a:pt x="21975" y="29520"/>
                </a:cubicBezTo>
                <a:cubicBezTo>
                  <a:pt x="22766" y="29520"/>
                  <a:pt x="23477" y="29529"/>
                  <a:pt x="24134" y="29529"/>
                </a:cubicBezTo>
                <a:cubicBezTo>
                  <a:pt x="27359" y="29529"/>
                  <a:pt x="29297" y="29308"/>
                  <a:pt x="33123" y="26702"/>
                </a:cubicBezTo>
                <a:cubicBezTo>
                  <a:pt x="38366" y="23130"/>
                  <a:pt x="39314" y="14704"/>
                  <a:pt x="35179" y="8470"/>
                </a:cubicBezTo>
                <a:cubicBezTo>
                  <a:pt x="31041" y="2236"/>
                  <a:pt x="25903" y="663"/>
                  <a:pt x="25903" y="663"/>
                </a:cubicBezTo>
                <a:cubicBezTo>
                  <a:pt x="25903" y="663"/>
                  <a:pt x="24040" y="0"/>
                  <a:pt x="21370" y="0"/>
                </a:cubicBezTo>
                <a:close/>
              </a:path>
            </a:pathLst>
          </a:custGeom>
          <a:solidFill>
            <a:srgbClr val="000000">
              <a:alpha val="1006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585" name="Google Shape;585;p19"/>
          <p:cNvSpPr/>
          <p:nvPr/>
        </p:nvSpPr>
        <p:spPr>
          <a:xfrm rot="-294905">
            <a:off x="7350387" y="3903245"/>
            <a:ext cx="3168449" cy="2561999"/>
          </a:xfrm>
          <a:custGeom>
            <a:avLst/>
            <a:gdLst/>
            <a:ahLst/>
            <a:cxnLst/>
            <a:rect l="l" t="t" r="r" b="b"/>
            <a:pathLst>
              <a:path w="39315" h="31790" extrusionOk="0">
                <a:moveTo>
                  <a:pt x="21370" y="0"/>
                </a:moveTo>
                <a:cubicBezTo>
                  <a:pt x="19245" y="0"/>
                  <a:pt x="16609" y="420"/>
                  <a:pt x="13994" y="1929"/>
                </a:cubicBezTo>
                <a:cubicBezTo>
                  <a:pt x="8094" y="5332"/>
                  <a:pt x="5120" y="12086"/>
                  <a:pt x="2561" y="17498"/>
                </a:cubicBezTo>
                <a:cubicBezTo>
                  <a:pt x="0" y="22912"/>
                  <a:pt x="1474" y="28410"/>
                  <a:pt x="5979" y="30920"/>
                </a:cubicBezTo>
                <a:cubicBezTo>
                  <a:pt x="7113" y="31551"/>
                  <a:pt x="8155" y="31789"/>
                  <a:pt x="9181" y="31789"/>
                </a:cubicBezTo>
                <a:cubicBezTo>
                  <a:pt x="12232" y="31789"/>
                  <a:pt x="15135" y="29683"/>
                  <a:pt x="19863" y="29548"/>
                </a:cubicBezTo>
                <a:cubicBezTo>
                  <a:pt x="20630" y="29526"/>
                  <a:pt x="21329" y="29520"/>
                  <a:pt x="21975" y="29520"/>
                </a:cubicBezTo>
                <a:cubicBezTo>
                  <a:pt x="22766" y="29520"/>
                  <a:pt x="23477" y="29529"/>
                  <a:pt x="24134" y="29529"/>
                </a:cubicBezTo>
                <a:cubicBezTo>
                  <a:pt x="27359" y="29529"/>
                  <a:pt x="29297" y="29308"/>
                  <a:pt x="33123" y="26702"/>
                </a:cubicBezTo>
                <a:cubicBezTo>
                  <a:pt x="38366" y="23130"/>
                  <a:pt x="39314" y="14704"/>
                  <a:pt x="35179" y="8470"/>
                </a:cubicBezTo>
                <a:cubicBezTo>
                  <a:pt x="31041" y="2236"/>
                  <a:pt x="25903" y="663"/>
                  <a:pt x="25903" y="663"/>
                </a:cubicBezTo>
                <a:cubicBezTo>
                  <a:pt x="25903" y="663"/>
                  <a:pt x="24040" y="0"/>
                  <a:pt x="21370" y="0"/>
                </a:cubicBezTo>
                <a:close/>
              </a:path>
            </a:pathLst>
          </a:custGeom>
          <a:solidFill>
            <a:srgbClr val="000000">
              <a:alpha val="1006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CUSTOM_9">
    <p:spTree>
      <p:nvGrpSpPr>
        <p:cNvPr id="1" name="Shape 6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8" name="Google Shape;688;p23"/>
          <p:cNvSpPr/>
          <p:nvPr/>
        </p:nvSpPr>
        <p:spPr>
          <a:xfrm rot="-1900174" flipH="1">
            <a:off x="-500059" y="-436065"/>
            <a:ext cx="1729608" cy="1398556"/>
          </a:xfrm>
          <a:custGeom>
            <a:avLst/>
            <a:gdLst/>
            <a:ahLst/>
            <a:cxnLst/>
            <a:rect l="l" t="t" r="r" b="b"/>
            <a:pathLst>
              <a:path w="39315" h="31790" extrusionOk="0">
                <a:moveTo>
                  <a:pt x="21370" y="0"/>
                </a:moveTo>
                <a:cubicBezTo>
                  <a:pt x="19245" y="0"/>
                  <a:pt x="16609" y="420"/>
                  <a:pt x="13994" y="1929"/>
                </a:cubicBezTo>
                <a:cubicBezTo>
                  <a:pt x="8094" y="5332"/>
                  <a:pt x="5120" y="12086"/>
                  <a:pt x="2561" y="17498"/>
                </a:cubicBezTo>
                <a:cubicBezTo>
                  <a:pt x="0" y="22912"/>
                  <a:pt x="1474" y="28410"/>
                  <a:pt x="5979" y="30920"/>
                </a:cubicBezTo>
                <a:cubicBezTo>
                  <a:pt x="7113" y="31551"/>
                  <a:pt x="8155" y="31789"/>
                  <a:pt x="9181" y="31789"/>
                </a:cubicBezTo>
                <a:cubicBezTo>
                  <a:pt x="12232" y="31789"/>
                  <a:pt x="15135" y="29683"/>
                  <a:pt x="19863" y="29548"/>
                </a:cubicBezTo>
                <a:cubicBezTo>
                  <a:pt x="20630" y="29526"/>
                  <a:pt x="21329" y="29520"/>
                  <a:pt x="21975" y="29520"/>
                </a:cubicBezTo>
                <a:cubicBezTo>
                  <a:pt x="22766" y="29520"/>
                  <a:pt x="23477" y="29529"/>
                  <a:pt x="24134" y="29529"/>
                </a:cubicBezTo>
                <a:cubicBezTo>
                  <a:pt x="27359" y="29529"/>
                  <a:pt x="29297" y="29308"/>
                  <a:pt x="33123" y="26702"/>
                </a:cubicBezTo>
                <a:cubicBezTo>
                  <a:pt x="38366" y="23130"/>
                  <a:pt x="39314" y="14704"/>
                  <a:pt x="35179" y="8470"/>
                </a:cubicBezTo>
                <a:cubicBezTo>
                  <a:pt x="31041" y="2236"/>
                  <a:pt x="25903" y="663"/>
                  <a:pt x="25903" y="663"/>
                </a:cubicBezTo>
                <a:cubicBezTo>
                  <a:pt x="25903" y="663"/>
                  <a:pt x="24040" y="0"/>
                  <a:pt x="21370" y="0"/>
                </a:cubicBezTo>
                <a:close/>
              </a:path>
            </a:pathLst>
          </a:custGeom>
          <a:solidFill>
            <a:srgbClr val="000000">
              <a:alpha val="1006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689" name="Google Shape;689;p23"/>
          <p:cNvSpPr/>
          <p:nvPr/>
        </p:nvSpPr>
        <p:spPr>
          <a:xfrm rot="-3263452" flipH="1">
            <a:off x="5847147" y="3927927"/>
            <a:ext cx="2997856" cy="2576292"/>
          </a:xfrm>
          <a:custGeom>
            <a:avLst/>
            <a:gdLst/>
            <a:ahLst/>
            <a:cxnLst/>
            <a:rect l="l" t="t" r="r" b="b"/>
            <a:pathLst>
              <a:path w="38869" h="30330" extrusionOk="0">
                <a:moveTo>
                  <a:pt x="24297" y="1"/>
                </a:moveTo>
                <a:cubicBezTo>
                  <a:pt x="23576" y="1"/>
                  <a:pt x="22813" y="81"/>
                  <a:pt x="22018" y="271"/>
                </a:cubicBezTo>
                <a:cubicBezTo>
                  <a:pt x="16904" y="1494"/>
                  <a:pt x="14626" y="5778"/>
                  <a:pt x="11611" y="8671"/>
                </a:cubicBezTo>
                <a:cubicBezTo>
                  <a:pt x="10032" y="10186"/>
                  <a:pt x="7766" y="10684"/>
                  <a:pt x="5916" y="11826"/>
                </a:cubicBezTo>
                <a:cubicBezTo>
                  <a:pt x="0" y="15481"/>
                  <a:pt x="539" y="24197"/>
                  <a:pt x="4874" y="27639"/>
                </a:cubicBezTo>
                <a:cubicBezTo>
                  <a:pt x="7150" y="29445"/>
                  <a:pt x="9815" y="30330"/>
                  <a:pt x="12976" y="30330"/>
                </a:cubicBezTo>
                <a:cubicBezTo>
                  <a:pt x="15025" y="30330"/>
                  <a:pt x="17282" y="29958"/>
                  <a:pt x="19778" y="29225"/>
                </a:cubicBezTo>
                <a:cubicBezTo>
                  <a:pt x="26123" y="27360"/>
                  <a:pt x="30656" y="26268"/>
                  <a:pt x="34763" y="20412"/>
                </a:cubicBezTo>
                <a:cubicBezTo>
                  <a:pt x="38869" y="14558"/>
                  <a:pt x="35544" y="6859"/>
                  <a:pt x="30907" y="2368"/>
                </a:cubicBezTo>
                <a:cubicBezTo>
                  <a:pt x="30907" y="2368"/>
                  <a:pt x="28215" y="1"/>
                  <a:pt x="24297" y="1"/>
                </a:cubicBezTo>
                <a:close/>
              </a:path>
            </a:pathLst>
          </a:custGeom>
          <a:solidFill>
            <a:srgbClr val="000000">
              <a:alpha val="1006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690" name="Google Shape;690;p23"/>
          <p:cNvSpPr/>
          <p:nvPr/>
        </p:nvSpPr>
        <p:spPr>
          <a:xfrm rot="460623" flipH="1">
            <a:off x="6387251" y="-1517085"/>
            <a:ext cx="4087061" cy="3304707"/>
          </a:xfrm>
          <a:custGeom>
            <a:avLst/>
            <a:gdLst/>
            <a:ahLst/>
            <a:cxnLst/>
            <a:rect l="l" t="t" r="r" b="b"/>
            <a:pathLst>
              <a:path w="39315" h="31790" extrusionOk="0">
                <a:moveTo>
                  <a:pt x="21370" y="0"/>
                </a:moveTo>
                <a:cubicBezTo>
                  <a:pt x="19245" y="0"/>
                  <a:pt x="16609" y="420"/>
                  <a:pt x="13994" y="1929"/>
                </a:cubicBezTo>
                <a:cubicBezTo>
                  <a:pt x="8094" y="5332"/>
                  <a:pt x="5120" y="12086"/>
                  <a:pt x="2561" y="17498"/>
                </a:cubicBezTo>
                <a:cubicBezTo>
                  <a:pt x="0" y="22912"/>
                  <a:pt x="1474" y="28410"/>
                  <a:pt x="5979" y="30920"/>
                </a:cubicBezTo>
                <a:cubicBezTo>
                  <a:pt x="7113" y="31551"/>
                  <a:pt x="8155" y="31789"/>
                  <a:pt x="9181" y="31789"/>
                </a:cubicBezTo>
                <a:cubicBezTo>
                  <a:pt x="12232" y="31789"/>
                  <a:pt x="15135" y="29683"/>
                  <a:pt x="19863" y="29548"/>
                </a:cubicBezTo>
                <a:cubicBezTo>
                  <a:pt x="20630" y="29526"/>
                  <a:pt x="21329" y="29520"/>
                  <a:pt x="21975" y="29520"/>
                </a:cubicBezTo>
                <a:cubicBezTo>
                  <a:pt x="22766" y="29520"/>
                  <a:pt x="23477" y="29529"/>
                  <a:pt x="24134" y="29529"/>
                </a:cubicBezTo>
                <a:cubicBezTo>
                  <a:pt x="27359" y="29529"/>
                  <a:pt x="29297" y="29308"/>
                  <a:pt x="33123" y="26702"/>
                </a:cubicBezTo>
                <a:cubicBezTo>
                  <a:pt x="38366" y="23130"/>
                  <a:pt x="39314" y="14704"/>
                  <a:pt x="35179" y="8470"/>
                </a:cubicBezTo>
                <a:cubicBezTo>
                  <a:pt x="31041" y="2236"/>
                  <a:pt x="25903" y="663"/>
                  <a:pt x="25903" y="663"/>
                </a:cubicBezTo>
                <a:cubicBezTo>
                  <a:pt x="25903" y="663"/>
                  <a:pt x="24040" y="0"/>
                  <a:pt x="21370" y="0"/>
                </a:cubicBezTo>
                <a:close/>
              </a:path>
            </a:pathLst>
          </a:custGeom>
          <a:solidFill>
            <a:srgbClr val="000000">
              <a:alpha val="1006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691" name="Google Shape;691;p23"/>
          <p:cNvSpPr/>
          <p:nvPr/>
        </p:nvSpPr>
        <p:spPr>
          <a:xfrm rot="531593" flipH="1">
            <a:off x="-1222788" y="3829381"/>
            <a:ext cx="2902962" cy="2347327"/>
          </a:xfrm>
          <a:custGeom>
            <a:avLst/>
            <a:gdLst/>
            <a:ahLst/>
            <a:cxnLst/>
            <a:rect l="l" t="t" r="r" b="b"/>
            <a:pathLst>
              <a:path w="39315" h="31790" extrusionOk="0">
                <a:moveTo>
                  <a:pt x="21370" y="0"/>
                </a:moveTo>
                <a:cubicBezTo>
                  <a:pt x="19245" y="0"/>
                  <a:pt x="16609" y="420"/>
                  <a:pt x="13994" y="1929"/>
                </a:cubicBezTo>
                <a:cubicBezTo>
                  <a:pt x="8094" y="5332"/>
                  <a:pt x="5120" y="12086"/>
                  <a:pt x="2561" y="17498"/>
                </a:cubicBezTo>
                <a:cubicBezTo>
                  <a:pt x="0" y="22912"/>
                  <a:pt x="1474" y="28410"/>
                  <a:pt x="5979" y="30920"/>
                </a:cubicBezTo>
                <a:cubicBezTo>
                  <a:pt x="7113" y="31551"/>
                  <a:pt x="8155" y="31789"/>
                  <a:pt x="9181" y="31789"/>
                </a:cubicBezTo>
                <a:cubicBezTo>
                  <a:pt x="12232" y="31789"/>
                  <a:pt x="15135" y="29683"/>
                  <a:pt x="19863" y="29548"/>
                </a:cubicBezTo>
                <a:cubicBezTo>
                  <a:pt x="20630" y="29526"/>
                  <a:pt x="21329" y="29520"/>
                  <a:pt x="21975" y="29520"/>
                </a:cubicBezTo>
                <a:cubicBezTo>
                  <a:pt x="22766" y="29520"/>
                  <a:pt x="23477" y="29529"/>
                  <a:pt x="24134" y="29529"/>
                </a:cubicBezTo>
                <a:cubicBezTo>
                  <a:pt x="27359" y="29529"/>
                  <a:pt x="29297" y="29308"/>
                  <a:pt x="33123" y="26702"/>
                </a:cubicBezTo>
                <a:cubicBezTo>
                  <a:pt x="38366" y="23130"/>
                  <a:pt x="39314" y="14704"/>
                  <a:pt x="35179" y="8470"/>
                </a:cubicBezTo>
                <a:cubicBezTo>
                  <a:pt x="31041" y="2236"/>
                  <a:pt x="25903" y="663"/>
                  <a:pt x="25903" y="663"/>
                </a:cubicBezTo>
                <a:cubicBezTo>
                  <a:pt x="25903" y="663"/>
                  <a:pt x="24040" y="0"/>
                  <a:pt x="21370" y="0"/>
                </a:cubicBezTo>
                <a:close/>
              </a:path>
            </a:pathLst>
          </a:custGeom>
          <a:solidFill>
            <a:srgbClr val="000000">
              <a:alpha val="1006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grpSp>
        <p:nvGrpSpPr>
          <p:cNvPr id="692" name="Google Shape;692;p23"/>
          <p:cNvGrpSpPr/>
          <p:nvPr/>
        </p:nvGrpSpPr>
        <p:grpSpPr>
          <a:xfrm>
            <a:off x="7931872" y="177093"/>
            <a:ext cx="997823" cy="737095"/>
            <a:chOff x="7931872" y="177093"/>
            <a:chExt cx="997823" cy="737095"/>
          </a:xfrm>
        </p:grpSpPr>
        <p:grpSp>
          <p:nvGrpSpPr>
            <p:cNvPr id="693" name="Google Shape;693;p23"/>
            <p:cNvGrpSpPr/>
            <p:nvPr/>
          </p:nvGrpSpPr>
          <p:grpSpPr>
            <a:xfrm>
              <a:off x="7931872" y="177093"/>
              <a:ext cx="919725" cy="318025"/>
              <a:chOff x="7230903" y="4635722"/>
              <a:chExt cx="652843" cy="225742"/>
            </a:xfrm>
          </p:grpSpPr>
          <p:sp>
            <p:nvSpPr>
              <p:cNvPr id="694" name="Google Shape;694;p23"/>
              <p:cNvSpPr/>
              <p:nvPr/>
            </p:nvSpPr>
            <p:spPr>
              <a:xfrm>
                <a:off x="7230903" y="4635722"/>
                <a:ext cx="652843" cy="225742"/>
              </a:xfrm>
              <a:custGeom>
                <a:avLst/>
                <a:gdLst/>
                <a:ahLst/>
                <a:cxnLst/>
                <a:rect l="l" t="t" r="r" b="b"/>
                <a:pathLst>
                  <a:path w="652843" h="225742" extrusionOk="0">
                    <a:moveTo>
                      <a:pt x="619030" y="0"/>
                    </a:moveTo>
                    <a:cubicBezTo>
                      <a:pt x="637705" y="0"/>
                      <a:pt x="652844" y="15139"/>
                      <a:pt x="652844" y="33814"/>
                    </a:cubicBezTo>
                    <a:lnTo>
                      <a:pt x="652844" y="191929"/>
                    </a:lnTo>
                    <a:cubicBezTo>
                      <a:pt x="652844" y="210603"/>
                      <a:pt x="637704" y="225742"/>
                      <a:pt x="619030" y="225742"/>
                    </a:cubicBezTo>
                    <a:lnTo>
                      <a:pt x="33814" y="225742"/>
                    </a:lnTo>
                    <a:cubicBezTo>
                      <a:pt x="15139" y="225742"/>
                      <a:pt x="0" y="210603"/>
                      <a:pt x="0" y="191929"/>
                    </a:cubicBezTo>
                    <a:lnTo>
                      <a:pt x="0" y="33814"/>
                    </a:lnTo>
                    <a:cubicBezTo>
                      <a:pt x="0" y="15139"/>
                      <a:pt x="15139" y="0"/>
                      <a:pt x="33814" y="0"/>
                    </a:cubicBez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695" name="Google Shape;695;p23"/>
              <p:cNvSpPr/>
              <p:nvPr/>
            </p:nvSpPr>
            <p:spPr>
              <a:xfrm>
                <a:off x="7287577" y="4672107"/>
                <a:ext cx="151161" cy="151161"/>
              </a:xfrm>
              <a:custGeom>
                <a:avLst/>
                <a:gdLst/>
                <a:ahLst/>
                <a:cxnLst/>
                <a:rect l="l" t="t" r="r" b="b"/>
                <a:pathLst>
                  <a:path w="151161" h="151161" extrusionOk="0">
                    <a:moveTo>
                      <a:pt x="0" y="0"/>
                    </a:moveTo>
                    <a:lnTo>
                      <a:pt x="151161" y="0"/>
                    </a:lnTo>
                    <a:lnTo>
                      <a:pt x="151161" y="151162"/>
                    </a:lnTo>
                    <a:lnTo>
                      <a:pt x="0" y="151162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grpSp>
            <p:nvGrpSpPr>
              <p:cNvPr id="696" name="Google Shape;696;p23"/>
              <p:cNvGrpSpPr/>
              <p:nvPr/>
            </p:nvGrpSpPr>
            <p:grpSpPr>
              <a:xfrm>
                <a:off x="7487126" y="4676394"/>
                <a:ext cx="332041" cy="142684"/>
                <a:chOff x="7487126" y="4676394"/>
                <a:chExt cx="332041" cy="142684"/>
              </a:xfrm>
            </p:grpSpPr>
            <p:sp>
              <p:nvSpPr>
                <p:cNvPr id="697" name="Google Shape;697;p23"/>
                <p:cNvSpPr/>
                <p:nvPr/>
              </p:nvSpPr>
              <p:spPr>
                <a:xfrm>
                  <a:off x="7487126" y="4676394"/>
                  <a:ext cx="332041" cy="2038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32041" h="20383" extrusionOk="0">
                      <a:moveTo>
                        <a:pt x="0" y="0"/>
                      </a:moveTo>
                      <a:lnTo>
                        <a:pt x="332041" y="0"/>
                      </a:lnTo>
                      <a:lnTo>
                        <a:pt x="332041" y="20384"/>
                      </a:lnTo>
                      <a:lnTo>
                        <a:pt x="0" y="20384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698" name="Google Shape;698;p23"/>
                <p:cNvSpPr/>
                <p:nvPr/>
              </p:nvSpPr>
              <p:spPr>
                <a:xfrm>
                  <a:off x="7487126" y="4717161"/>
                  <a:ext cx="290322" cy="2038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0322" h="20383" extrusionOk="0">
                      <a:moveTo>
                        <a:pt x="0" y="0"/>
                      </a:moveTo>
                      <a:lnTo>
                        <a:pt x="290322" y="0"/>
                      </a:lnTo>
                      <a:lnTo>
                        <a:pt x="290322" y="20384"/>
                      </a:lnTo>
                      <a:lnTo>
                        <a:pt x="0" y="20384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699" name="Google Shape;699;p23"/>
                <p:cNvSpPr/>
                <p:nvPr/>
              </p:nvSpPr>
              <p:spPr>
                <a:xfrm>
                  <a:off x="7487126" y="4757928"/>
                  <a:ext cx="303942" cy="2038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03942" h="20383" extrusionOk="0">
                      <a:moveTo>
                        <a:pt x="0" y="0"/>
                      </a:moveTo>
                      <a:lnTo>
                        <a:pt x="303942" y="0"/>
                      </a:lnTo>
                      <a:lnTo>
                        <a:pt x="303942" y="20384"/>
                      </a:lnTo>
                      <a:lnTo>
                        <a:pt x="0" y="20384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700" name="Google Shape;700;p23"/>
                <p:cNvSpPr/>
                <p:nvPr/>
              </p:nvSpPr>
              <p:spPr>
                <a:xfrm>
                  <a:off x="7487126" y="4798695"/>
                  <a:ext cx="171545" cy="2038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1545" h="20383" extrusionOk="0">
                      <a:moveTo>
                        <a:pt x="0" y="0"/>
                      </a:moveTo>
                      <a:lnTo>
                        <a:pt x="171545" y="0"/>
                      </a:lnTo>
                      <a:lnTo>
                        <a:pt x="171545" y="20384"/>
                      </a:lnTo>
                      <a:lnTo>
                        <a:pt x="0" y="20384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</p:grpSp>
        <p:grpSp>
          <p:nvGrpSpPr>
            <p:cNvPr id="701" name="Google Shape;701;p23"/>
            <p:cNvGrpSpPr/>
            <p:nvPr/>
          </p:nvGrpSpPr>
          <p:grpSpPr>
            <a:xfrm>
              <a:off x="7931872" y="596163"/>
              <a:ext cx="919725" cy="318025"/>
              <a:chOff x="7230903" y="4933188"/>
              <a:chExt cx="652843" cy="225742"/>
            </a:xfrm>
          </p:grpSpPr>
          <p:grpSp>
            <p:nvGrpSpPr>
              <p:cNvPr id="702" name="Google Shape;702;p23"/>
              <p:cNvGrpSpPr/>
              <p:nvPr/>
            </p:nvGrpSpPr>
            <p:grpSpPr>
              <a:xfrm>
                <a:off x="7230903" y="4933188"/>
                <a:ext cx="652843" cy="225742"/>
                <a:chOff x="7230903" y="4933188"/>
                <a:chExt cx="652843" cy="225742"/>
              </a:xfrm>
            </p:grpSpPr>
            <p:sp>
              <p:nvSpPr>
                <p:cNvPr id="703" name="Google Shape;703;p23"/>
                <p:cNvSpPr/>
                <p:nvPr/>
              </p:nvSpPr>
              <p:spPr>
                <a:xfrm>
                  <a:off x="7230903" y="4933188"/>
                  <a:ext cx="652843" cy="22574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52843" h="225742" extrusionOk="0">
                      <a:moveTo>
                        <a:pt x="619030" y="0"/>
                      </a:moveTo>
                      <a:cubicBezTo>
                        <a:pt x="637705" y="0"/>
                        <a:pt x="652844" y="15139"/>
                        <a:pt x="652844" y="33814"/>
                      </a:cubicBezTo>
                      <a:lnTo>
                        <a:pt x="652844" y="191929"/>
                      </a:lnTo>
                      <a:cubicBezTo>
                        <a:pt x="652844" y="210604"/>
                        <a:pt x="637704" y="225742"/>
                        <a:pt x="619030" y="225742"/>
                      </a:cubicBezTo>
                      <a:lnTo>
                        <a:pt x="33814" y="225742"/>
                      </a:lnTo>
                      <a:cubicBezTo>
                        <a:pt x="15139" y="225742"/>
                        <a:pt x="0" y="210604"/>
                        <a:pt x="0" y="191929"/>
                      </a:cubicBezTo>
                      <a:lnTo>
                        <a:pt x="0" y="33814"/>
                      </a:lnTo>
                      <a:cubicBezTo>
                        <a:pt x="0" y="15139"/>
                        <a:pt x="15139" y="0"/>
                        <a:pt x="33814" y="0"/>
                      </a:cubicBezTo>
                      <a:close/>
                    </a:path>
                  </a:pathLst>
                </a:custGeom>
                <a:solidFill>
                  <a:schemeClr val="accent6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704" name="Google Shape;704;p23"/>
                <p:cNvSpPr/>
                <p:nvPr/>
              </p:nvSpPr>
              <p:spPr>
                <a:xfrm>
                  <a:off x="7287577" y="4969668"/>
                  <a:ext cx="151161" cy="15116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1161" h="151161" extrusionOk="0">
                      <a:moveTo>
                        <a:pt x="75534" y="151162"/>
                      </a:moveTo>
                      <a:lnTo>
                        <a:pt x="75534" y="151162"/>
                      </a:lnTo>
                      <a:cubicBezTo>
                        <a:pt x="33814" y="151162"/>
                        <a:pt x="0" y="117348"/>
                        <a:pt x="0" y="75629"/>
                      </a:cubicBezTo>
                      <a:lnTo>
                        <a:pt x="0" y="75629"/>
                      </a:lnTo>
                      <a:cubicBezTo>
                        <a:pt x="0" y="33909"/>
                        <a:pt x="33814" y="0"/>
                        <a:pt x="75534" y="0"/>
                      </a:cubicBezTo>
                      <a:lnTo>
                        <a:pt x="75534" y="0"/>
                      </a:lnTo>
                      <a:cubicBezTo>
                        <a:pt x="117253" y="0"/>
                        <a:pt x="151162" y="33814"/>
                        <a:pt x="151162" y="75533"/>
                      </a:cubicBezTo>
                      <a:lnTo>
                        <a:pt x="151162" y="75533"/>
                      </a:lnTo>
                      <a:cubicBezTo>
                        <a:pt x="151162" y="117253"/>
                        <a:pt x="117348" y="151162"/>
                        <a:pt x="75534" y="151162"/>
                      </a:cubicBez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705" name="Google Shape;705;p23"/>
                <p:cNvGrpSpPr/>
                <p:nvPr/>
              </p:nvGrpSpPr>
              <p:grpSpPr>
                <a:xfrm>
                  <a:off x="7487126" y="4973859"/>
                  <a:ext cx="332041" cy="142684"/>
                  <a:chOff x="7487126" y="4973859"/>
                  <a:chExt cx="332041" cy="142684"/>
                </a:xfrm>
              </p:grpSpPr>
              <p:sp>
                <p:nvSpPr>
                  <p:cNvPr id="706" name="Google Shape;706;p23"/>
                  <p:cNvSpPr/>
                  <p:nvPr/>
                </p:nvSpPr>
                <p:spPr>
                  <a:xfrm>
                    <a:off x="7506747" y="4973859"/>
                    <a:ext cx="280034" cy="20383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80034" h="20383" extrusionOk="0">
                        <a:moveTo>
                          <a:pt x="0" y="0"/>
                        </a:moveTo>
                        <a:lnTo>
                          <a:pt x="280035" y="0"/>
                        </a:lnTo>
                        <a:lnTo>
                          <a:pt x="280035" y="20384"/>
                        </a:lnTo>
                        <a:lnTo>
                          <a:pt x="0" y="20384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 dirty="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07" name="Google Shape;707;p23"/>
                  <p:cNvSpPr/>
                  <p:nvPr/>
                </p:nvSpPr>
                <p:spPr>
                  <a:xfrm>
                    <a:off x="7487126" y="5014626"/>
                    <a:ext cx="205073" cy="20383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05073" h="20383" extrusionOk="0">
                        <a:moveTo>
                          <a:pt x="0" y="0"/>
                        </a:moveTo>
                        <a:lnTo>
                          <a:pt x="205073" y="0"/>
                        </a:lnTo>
                        <a:lnTo>
                          <a:pt x="205073" y="20384"/>
                        </a:lnTo>
                        <a:lnTo>
                          <a:pt x="0" y="20384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 dirty="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08" name="Google Shape;708;p23"/>
                  <p:cNvSpPr/>
                  <p:nvPr/>
                </p:nvSpPr>
                <p:spPr>
                  <a:xfrm>
                    <a:off x="7487126" y="5055393"/>
                    <a:ext cx="332041" cy="20383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32041" h="20383" extrusionOk="0">
                        <a:moveTo>
                          <a:pt x="0" y="0"/>
                        </a:moveTo>
                        <a:lnTo>
                          <a:pt x="332041" y="0"/>
                        </a:lnTo>
                        <a:lnTo>
                          <a:pt x="332041" y="20384"/>
                        </a:lnTo>
                        <a:lnTo>
                          <a:pt x="0" y="20384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 dirty="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09" name="Google Shape;709;p23"/>
                  <p:cNvSpPr/>
                  <p:nvPr/>
                </p:nvSpPr>
                <p:spPr>
                  <a:xfrm>
                    <a:off x="7487126" y="5096160"/>
                    <a:ext cx="171545" cy="20383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71545" h="20383" extrusionOk="0">
                        <a:moveTo>
                          <a:pt x="0" y="0"/>
                        </a:moveTo>
                        <a:lnTo>
                          <a:pt x="171545" y="0"/>
                        </a:lnTo>
                        <a:lnTo>
                          <a:pt x="171545" y="20384"/>
                        </a:lnTo>
                        <a:lnTo>
                          <a:pt x="0" y="20384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 dirty="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</p:grpSp>
          <p:sp>
            <p:nvSpPr>
              <p:cNvPr id="710" name="Google Shape;710;p23"/>
              <p:cNvSpPr/>
              <p:nvPr/>
            </p:nvSpPr>
            <p:spPr>
              <a:xfrm>
                <a:off x="7338250" y="5011639"/>
                <a:ext cx="50734" cy="60632"/>
              </a:xfrm>
              <a:custGeom>
                <a:avLst/>
                <a:gdLst/>
                <a:ahLst/>
                <a:cxnLst/>
                <a:rect l="l" t="t" r="r" b="b"/>
                <a:pathLst>
                  <a:path w="50734" h="60632" extrusionOk="0">
                    <a:moveTo>
                      <a:pt x="0" y="4892"/>
                    </a:moveTo>
                    <a:lnTo>
                      <a:pt x="0" y="55851"/>
                    </a:lnTo>
                    <a:cubicBezTo>
                      <a:pt x="0" y="59566"/>
                      <a:pt x="4001" y="61851"/>
                      <a:pt x="7239" y="59947"/>
                    </a:cubicBezTo>
                    <a:lnTo>
                      <a:pt x="48387" y="35563"/>
                    </a:lnTo>
                    <a:cubicBezTo>
                      <a:pt x="51435" y="33753"/>
                      <a:pt x="51531" y="29371"/>
                      <a:pt x="48578" y="27371"/>
                    </a:cubicBezTo>
                    <a:lnTo>
                      <a:pt x="7430" y="796"/>
                    </a:lnTo>
                    <a:cubicBezTo>
                      <a:pt x="4191" y="-1299"/>
                      <a:pt x="0" y="987"/>
                      <a:pt x="0" y="4797"/>
                    </a:cubicBez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711" name="Google Shape;711;p23"/>
            <p:cNvGrpSpPr/>
            <p:nvPr/>
          </p:nvGrpSpPr>
          <p:grpSpPr>
            <a:xfrm>
              <a:off x="8756326" y="539537"/>
              <a:ext cx="173370" cy="112691"/>
              <a:chOff x="7816120" y="4892994"/>
              <a:chExt cx="123062" cy="79991"/>
            </a:xfrm>
          </p:grpSpPr>
          <p:grpSp>
            <p:nvGrpSpPr>
              <p:cNvPr id="712" name="Google Shape;712;p23"/>
              <p:cNvGrpSpPr/>
              <p:nvPr/>
            </p:nvGrpSpPr>
            <p:grpSpPr>
              <a:xfrm>
                <a:off x="7816120" y="4902803"/>
                <a:ext cx="123062" cy="63817"/>
                <a:chOff x="7816120" y="4902803"/>
                <a:chExt cx="123062" cy="63817"/>
              </a:xfrm>
            </p:grpSpPr>
            <p:sp>
              <p:nvSpPr>
                <p:cNvPr id="713" name="Google Shape;713;p23"/>
                <p:cNvSpPr/>
                <p:nvPr/>
              </p:nvSpPr>
              <p:spPr>
                <a:xfrm>
                  <a:off x="7816120" y="4902803"/>
                  <a:ext cx="123062" cy="6381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3062" h="63817" extrusionOk="0">
                      <a:moveTo>
                        <a:pt x="61531" y="63817"/>
                      </a:moveTo>
                      <a:cubicBezTo>
                        <a:pt x="86963" y="63817"/>
                        <a:pt x="109442" y="51244"/>
                        <a:pt x="123063" y="31909"/>
                      </a:cubicBezTo>
                      <a:cubicBezTo>
                        <a:pt x="109442" y="12573"/>
                        <a:pt x="86963" y="0"/>
                        <a:pt x="61531" y="0"/>
                      </a:cubicBezTo>
                      <a:cubicBezTo>
                        <a:pt x="36100" y="0"/>
                        <a:pt x="13621" y="12573"/>
                        <a:pt x="0" y="31909"/>
                      </a:cubicBezTo>
                      <a:cubicBezTo>
                        <a:pt x="13621" y="51244"/>
                        <a:pt x="36100" y="63817"/>
                        <a:pt x="61531" y="63817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714" name="Google Shape;714;p23"/>
                <p:cNvSpPr/>
                <p:nvPr/>
              </p:nvSpPr>
              <p:spPr>
                <a:xfrm>
                  <a:off x="7858029" y="4915090"/>
                  <a:ext cx="39242" cy="3924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9242" h="39243" extrusionOk="0">
                      <a:moveTo>
                        <a:pt x="39243" y="19621"/>
                      </a:moveTo>
                      <a:cubicBezTo>
                        <a:pt x="39243" y="30458"/>
                        <a:pt x="30458" y="39243"/>
                        <a:pt x="19621" y="39243"/>
                      </a:cubicBezTo>
                      <a:cubicBezTo>
                        <a:pt x="8785" y="39243"/>
                        <a:pt x="0" y="30458"/>
                        <a:pt x="0" y="19621"/>
                      </a:cubicBezTo>
                      <a:cubicBezTo>
                        <a:pt x="0" y="8785"/>
                        <a:pt x="8785" y="0"/>
                        <a:pt x="19621" y="0"/>
                      </a:cubicBezTo>
                      <a:cubicBezTo>
                        <a:pt x="30458" y="0"/>
                        <a:pt x="39243" y="8785"/>
                        <a:pt x="39243" y="19621"/>
                      </a:cubicBez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sp>
            <p:nvSpPr>
              <p:cNvPr id="715" name="Google Shape;715;p23"/>
              <p:cNvSpPr/>
              <p:nvPr/>
            </p:nvSpPr>
            <p:spPr>
              <a:xfrm rot="-2700000">
                <a:off x="7825456" y="4928129"/>
                <a:ext cx="103403" cy="9720"/>
              </a:xfrm>
              <a:custGeom>
                <a:avLst/>
                <a:gdLst/>
                <a:ahLst/>
                <a:cxnLst/>
                <a:rect l="l" t="t" r="r" b="b"/>
                <a:pathLst>
                  <a:path w="103346" h="9715" extrusionOk="0">
                    <a:moveTo>
                      <a:pt x="0" y="0"/>
                    </a:moveTo>
                    <a:lnTo>
                      <a:pt x="103346" y="0"/>
                    </a:lnTo>
                    <a:lnTo>
                      <a:pt x="103346" y="9716"/>
                    </a:lnTo>
                    <a:lnTo>
                      <a:pt x="0" y="9716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_9_1">
    <p:spTree>
      <p:nvGrpSpPr>
        <p:cNvPr id="1" name="Shape 7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" name="Google Shape;717;p24"/>
          <p:cNvSpPr/>
          <p:nvPr/>
        </p:nvSpPr>
        <p:spPr>
          <a:xfrm rot="8819869" flipH="1">
            <a:off x="7035528" y="3933627"/>
            <a:ext cx="3158468" cy="2509642"/>
          </a:xfrm>
          <a:custGeom>
            <a:avLst/>
            <a:gdLst/>
            <a:ahLst/>
            <a:cxnLst/>
            <a:rect l="l" t="t" r="r" b="b"/>
            <a:pathLst>
              <a:path w="39315" h="31790" extrusionOk="0">
                <a:moveTo>
                  <a:pt x="21370" y="0"/>
                </a:moveTo>
                <a:cubicBezTo>
                  <a:pt x="19245" y="0"/>
                  <a:pt x="16609" y="420"/>
                  <a:pt x="13994" y="1929"/>
                </a:cubicBezTo>
                <a:cubicBezTo>
                  <a:pt x="8094" y="5332"/>
                  <a:pt x="5120" y="12086"/>
                  <a:pt x="2561" y="17498"/>
                </a:cubicBezTo>
                <a:cubicBezTo>
                  <a:pt x="0" y="22912"/>
                  <a:pt x="1474" y="28410"/>
                  <a:pt x="5979" y="30920"/>
                </a:cubicBezTo>
                <a:cubicBezTo>
                  <a:pt x="7113" y="31551"/>
                  <a:pt x="8155" y="31789"/>
                  <a:pt x="9181" y="31789"/>
                </a:cubicBezTo>
                <a:cubicBezTo>
                  <a:pt x="12232" y="31789"/>
                  <a:pt x="15135" y="29683"/>
                  <a:pt x="19863" y="29548"/>
                </a:cubicBezTo>
                <a:cubicBezTo>
                  <a:pt x="20630" y="29526"/>
                  <a:pt x="21329" y="29520"/>
                  <a:pt x="21975" y="29520"/>
                </a:cubicBezTo>
                <a:cubicBezTo>
                  <a:pt x="22766" y="29520"/>
                  <a:pt x="23477" y="29529"/>
                  <a:pt x="24134" y="29529"/>
                </a:cubicBezTo>
                <a:cubicBezTo>
                  <a:pt x="27359" y="29529"/>
                  <a:pt x="29297" y="29308"/>
                  <a:pt x="33123" y="26702"/>
                </a:cubicBezTo>
                <a:cubicBezTo>
                  <a:pt x="38366" y="23130"/>
                  <a:pt x="39314" y="14704"/>
                  <a:pt x="35179" y="8470"/>
                </a:cubicBezTo>
                <a:cubicBezTo>
                  <a:pt x="31041" y="2236"/>
                  <a:pt x="25903" y="663"/>
                  <a:pt x="25903" y="663"/>
                </a:cubicBezTo>
                <a:cubicBezTo>
                  <a:pt x="25903" y="663"/>
                  <a:pt x="24040" y="0"/>
                  <a:pt x="21370" y="0"/>
                </a:cubicBezTo>
                <a:close/>
              </a:path>
            </a:pathLst>
          </a:custGeom>
          <a:solidFill>
            <a:srgbClr val="000000">
              <a:alpha val="1006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718" name="Google Shape;718;p24"/>
          <p:cNvSpPr/>
          <p:nvPr/>
        </p:nvSpPr>
        <p:spPr>
          <a:xfrm rot="-3657034" flipH="1">
            <a:off x="-1336268" y="-858934"/>
            <a:ext cx="2746020" cy="1921695"/>
          </a:xfrm>
          <a:custGeom>
            <a:avLst/>
            <a:gdLst/>
            <a:ahLst/>
            <a:cxnLst/>
            <a:rect l="l" t="t" r="r" b="b"/>
            <a:pathLst>
              <a:path w="39315" h="31790" extrusionOk="0">
                <a:moveTo>
                  <a:pt x="21370" y="0"/>
                </a:moveTo>
                <a:cubicBezTo>
                  <a:pt x="19245" y="0"/>
                  <a:pt x="16609" y="420"/>
                  <a:pt x="13994" y="1929"/>
                </a:cubicBezTo>
                <a:cubicBezTo>
                  <a:pt x="8094" y="5332"/>
                  <a:pt x="5120" y="12086"/>
                  <a:pt x="2561" y="17498"/>
                </a:cubicBezTo>
                <a:cubicBezTo>
                  <a:pt x="0" y="22912"/>
                  <a:pt x="1474" y="28410"/>
                  <a:pt x="5979" y="30920"/>
                </a:cubicBezTo>
                <a:cubicBezTo>
                  <a:pt x="7113" y="31551"/>
                  <a:pt x="8155" y="31789"/>
                  <a:pt x="9181" y="31789"/>
                </a:cubicBezTo>
                <a:cubicBezTo>
                  <a:pt x="12232" y="31789"/>
                  <a:pt x="15135" y="29683"/>
                  <a:pt x="19863" y="29548"/>
                </a:cubicBezTo>
                <a:cubicBezTo>
                  <a:pt x="20630" y="29526"/>
                  <a:pt x="21329" y="29520"/>
                  <a:pt x="21975" y="29520"/>
                </a:cubicBezTo>
                <a:cubicBezTo>
                  <a:pt x="22766" y="29520"/>
                  <a:pt x="23477" y="29529"/>
                  <a:pt x="24134" y="29529"/>
                </a:cubicBezTo>
                <a:cubicBezTo>
                  <a:pt x="27359" y="29529"/>
                  <a:pt x="29297" y="29308"/>
                  <a:pt x="33123" y="26702"/>
                </a:cubicBezTo>
                <a:cubicBezTo>
                  <a:pt x="38366" y="23130"/>
                  <a:pt x="39314" y="14704"/>
                  <a:pt x="35179" y="8470"/>
                </a:cubicBezTo>
                <a:cubicBezTo>
                  <a:pt x="31041" y="2236"/>
                  <a:pt x="25903" y="663"/>
                  <a:pt x="25903" y="663"/>
                </a:cubicBezTo>
                <a:cubicBezTo>
                  <a:pt x="25903" y="663"/>
                  <a:pt x="24040" y="0"/>
                  <a:pt x="21370" y="0"/>
                </a:cubicBezTo>
                <a:close/>
              </a:path>
            </a:pathLst>
          </a:custGeom>
          <a:solidFill>
            <a:srgbClr val="000000">
              <a:alpha val="1006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grpSp>
        <p:nvGrpSpPr>
          <p:cNvPr id="719" name="Google Shape;719;p24"/>
          <p:cNvGrpSpPr/>
          <p:nvPr/>
        </p:nvGrpSpPr>
        <p:grpSpPr>
          <a:xfrm>
            <a:off x="65066" y="4373044"/>
            <a:ext cx="878158" cy="654532"/>
            <a:chOff x="1114425" y="4361211"/>
            <a:chExt cx="573023" cy="427101"/>
          </a:xfrm>
        </p:grpSpPr>
        <p:grpSp>
          <p:nvGrpSpPr>
            <p:cNvPr id="720" name="Google Shape;720;p24"/>
            <p:cNvGrpSpPr/>
            <p:nvPr/>
          </p:nvGrpSpPr>
          <p:grpSpPr>
            <a:xfrm>
              <a:off x="1114425" y="4361211"/>
              <a:ext cx="573023" cy="427101"/>
              <a:chOff x="1114425" y="4361211"/>
              <a:chExt cx="573023" cy="427101"/>
            </a:xfrm>
          </p:grpSpPr>
          <p:sp>
            <p:nvSpPr>
              <p:cNvPr id="721" name="Google Shape;721;p24"/>
              <p:cNvSpPr/>
              <p:nvPr/>
            </p:nvSpPr>
            <p:spPr>
              <a:xfrm>
                <a:off x="1241964" y="4361211"/>
                <a:ext cx="445484" cy="299466"/>
              </a:xfrm>
              <a:custGeom>
                <a:avLst/>
                <a:gdLst/>
                <a:ahLst/>
                <a:cxnLst/>
                <a:rect l="l" t="t" r="r" b="b"/>
                <a:pathLst>
                  <a:path w="445484" h="299466" extrusionOk="0">
                    <a:moveTo>
                      <a:pt x="139160" y="7715"/>
                    </a:moveTo>
                    <a:lnTo>
                      <a:pt x="173450" y="42005"/>
                    </a:lnTo>
                    <a:cubicBezTo>
                      <a:pt x="178403" y="46958"/>
                      <a:pt x="185166" y="49721"/>
                      <a:pt x="192215" y="49721"/>
                    </a:cubicBezTo>
                    <a:lnTo>
                      <a:pt x="419005" y="49721"/>
                    </a:lnTo>
                    <a:cubicBezTo>
                      <a:pt x="433673" y="49721"/>
                      <a:pt x="445484" y="61627"/>
                      <a:pt x="445484" y="76200"/>
                    </a:cubicBezTo>
                    <a:lnTo>
                      <a:pt x="445484" y="272987"/>
                    </a:lnTo>
                    <a:cubicBezTo>
                      <a:pt x="445484" y="287655"/>
                      <a:pt x="433578" y="299466"/>
                      <a:pt x="419005" y="299466"/>
                    </a:cubicBezTo>
                    <a:lnTo>
                      <a:pt x="26479" y="299466"/>
                    </a:lnTo>
                    <a:cubicBezTo>
                      <a:pt x="11811" y="299466"/>
                      <a:pt x="0" y="287560"/>
                      <a:pt x="0" y="272987"/>
                    </a:cubicBezTo>
                    <a:lnTo>
                      <a:pt x="0" y="26479"/>
                    </a:lnTo>
                    <a:cubicBezTo>
                      <a:pt x="0" y="11811"/>
                      <a:pt x="11906" y="0"/>
                      <a:pt x="26479" y="0"/>
                    </a:cubicBezTo>
                    <a:lnTo>
                      <a:pt x="120396" y="0"/>
                    </a:lnTo>
                    <a:cubicBezTo>
                      <a:pt x="127445" y="0"/>
                      <a:pt x="134207" y="2762"/>
                      <a:pt x="139160" y="7715"/>
                    </a:cubicBezTo>
                    <a:close/>
                  </a:path>
                </a:pathLst>
              </a:custGeom>
              <a:solidFill>
                <a:srgbClr val="35363B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722" name="Google Shape;722;p24"/>
              <p:cNvSpPr/>
              <p:nvPr/>
            </p:nvSpPr>
            <p:spPr>
              <a:xfrm>
                <a:off x="1178242" y="4425029"/>
                <a:ext cx="445484" cy="299466"/>
              </a:xfrm>
              <a:custGeom>
                <a:avLst/>
                <a:gdLst/>
                <a:ahLst/>
                <a:cxnLst/>
                <a:rect l="l" t="t" r="r" b="b"/>
                <a:pathLst>
                  <a:path w="445484" h="299466" extrusionOk="0">
                    <a:moveTo>
                      <a:pt x="139160" y="7620"/>
                    </a:moveTo>
                    <a:lnTo>
                      <a:pt x="173450" y="41910"/>
                    </a:lnTo>
                    <a:cubicBezTo>
                      <a:pt x="178403" y="46863"/>
                      <a:pt x="185166" y="49721"/>
                      <a:pt x="192215" y="49721"/>
                    </a:cubicBezTo>
                    <a:lnTo>
                      <a:pt x="419005" y="49721"/>
                    </a:lnTo>
                    <a:cubicBezTo>
                      <a:pt x="433673" y="49721"/>
                      <a:pt x="445484" y="61627"/>
                      <a:pt x="445484" y="76200"/>
                    </a:cubicBezTo>
                    <a:lnTo>
                      <a:pt x="445484" y="272987"/>
                    </a:lnTo>
                    <a:cubicBezTo>
                      <a:pt x="445484" y="287655"/>
                      <a:pt x="433578" y="299466"/>
                      <a:pt x="419005" y="299466"/>
                    </a:cubicBezTo>
                    <a:lnTo>
                      <a:pt x="26479" y="299466"/>
                    </a:lnTo>
                    <a:cubicBezTo>
                      <a:pt x="11811" y="299466"/>
                      <a:pt x="0" y="287560"/>
                      <a:pt x="0" y="272987"/>
                    </a:cubicBezTo>
                    <a:lnTo>
                      <a:pt x="0" y="26479"/>
                    </a:lnTo>
                    <a:cubicBezTo>
                      <a:pt x="0" y="11811"/>
                      <a:pt x="11906" y="0"/>
                      <a:pt x="26479" y="0"/>
                    </a:cubicBezTo>
                    <a:lnTo>
                      <a:pt x="120396" y="0"/>
                    </a:lnTo>
                    <a:cubicBezTo>
                      <a:pt x="127445" y="0"/>
                      <a:pt x="134207" y="2762"/>
                      <a:pt x="139160" y="7715"/>
                    </a:cubicBezTo>
                    <a:close/>
                  </a:path>
                </a:pathLst>
              </a:custGeom>
              <a:solidFill>
                <a:srgbClr val="42444F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723" name="Google Shape;723;p24"/>
              <p:cNvSpPr/>
              <p:nvPr/>
            </p:nvSpPr>
            <p:spPr>
              <a:xfrm>
                <a:off x="1114425" y="4488846"/>
                <a:ext cx="445484" cy="299466"/>
              </a:xfrm>
              <a:custGeom>
                <a:avLst/>
                <a:gdLst/>
                <a:ahLst/>
                <a:cxnLst/>
                <a:rect l="l" t="t" r="r" b="b"/>
                <a:pathLst>
                  <a:path w="445484" h="299466" extrusionOk="0">
                    <a:moveTo>
                      <a:pt x="139160" y="7620"/>
                    </a:moveTo>
                    <a:lnTo>
                      <a:pt x="173450" y="41910"/>
                    </a:lnTo>
                    <a:cubicBezTo>
                      <a:pt x="178403" y="46863"/>
                      <a:pt x="185166" y="49721"/>
                      <a:pt x="192215" y="49721"/>
                    </a:cubicBezTo>
                    <a:lnTo>
                      <a:pt x="419005" y="49721"/>
                    </a:lnTo>
                    <a:cubicBezTo>
                      <a:pt x="433673" y="49721"/>
                      <a:pt x="445484" y="61627"/>
                      <a:pt x="445484" y="76200"/>
                    </a:cubicBezTo>
                    <a:lnTo>
                      <a:pt x="445484" y="272987"/>
                    </a:lnTo>
                    <a:cubicBezTo>
                      <a:pt x="445484" y="287655"/>
                      <a:pt x="433578" y="299466"/>
                      <a:pt x="419005" y="299466"/>
                    </a:cubicBezTo>
                    <a:lnTo>
                      <a:pt x="26480" y="299466"/>
                    </a:lnTo>
                    <a:cubicBezTo>
                      <a:pt x="11811" y="299466"/>
                      <a:pt x="0" y="287560"/>
                      <a:pt x="0" y="272987"/>
                    </a:cubicBezTo>
                    <a:lnTo>
                      <a:pt x="0" y="26479"/>
                    </a:lnTo>
                    <a:cubicBezTo>
                      <a:pt x="0" y="11811"/>
                      <a:pt x="11906" y="0"/>
                      <a:pt x="26480" y="0"/>
                    </a:cubicBezTo>
                    <a:lnTo>
                      <a:pt x="120396" y="0"/>
                    </a:lnTo>
                    <a:cubicBezTo>
                      <a:pt x="127445" y="0"/>
                      <a:pt x="134207" y="2762"/>
                      <a:pt x="139160" y="7811"/>
                    </a:cubicBezTo>
                    <a:close/>
                  </a:path>
                </a:pathLst>
              </a:custGeom>
              <a:solidFill>
                <a:srgbClr val="6F7082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sp>
          <p:nvSpPr>
            <p:cNvPr id="724" name="Google Shape;724;p24"/>
            <p:cNvSpPr/>
            <p:nvPr/>
          </p:nvSpPr>
          <p:spPr>
            <a:xfrm>
              <a:off x="1303210" y="4628965"/>
              <a:ext cx="68735" cy="82063"/>
            </a:xfrm>
            <a:custGeom>
              <a:avLst/>
              <a:gdLst/>
              <a:ahLst/>
              <a:cxnLst/>
              <a:rect l="l" t="t" r="r" b="b"/>
              <a:pathLst>
                <a:path w="68735" h="82063" extrusionOk="0">
                  <a:moveTo>
                    <a:pt x="0" y="6471"/>
                  </a:moveTo>
                  <a:lnTo>
                    <a:pt x="0" y="75527"/>
                  </a:lnTo>
                  <a:cubicBezTo>
                    <a:pt x="0" y="80575"/>
                    <a:pt x="5524" y="83719"/>
                    <a:pt x="9811" y="81147"/>
                  </a:cubicBezTo>
                  <a:lnTo>
                    <a:pt x="65532" y="48095"/>
                  </a:lnTo>
                  <a:cubicBezTo>
                    <a:pt x="69723" y="45619"/>
                    <a:pt x="69818" y="39618"/>
                    <a:pt x="65723" y="37046"/>
                  </a:cubicBezTo>
                  <a:lnTo>
                    <a:pt x="10001" y="1042"/>
                  </a:lnTo>
                  <a:cubicBezTo>
                    <a:pt x="5715" y="-1721"/>
                    <a:pt x="0" y="1327"/>
                    <a:pt x="0" y="647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725" name="Google Shape;725;p24"/>
          <p:cNvGrpSpPr/>
          <p:nvPr/>
        </p:nvGrpSpPr>
        <p:grpSpPr>
          <a:xfrm>
            <a:off x="8114970" y="266839"/>
            <a:ext cx="829992" cy="750888"/>
            <a:chOff x="8114596" y="445039"/>
            <a:chExt cx="633002" cy="572716"/>
          </a:xfrm>
        </p:grpSpPr>
        <p:grpSp>
          <p:nvGrpSpPr>
            <p:cNvPr id="726" name="Google Shape;726;p24"/>
            <p:cNvGrpSpPr/>
            <p:nvPr/>
          </p:nvGrpSpPr>
          <p:grpSpPr>
            <a:xfrm>
              <a:off x="8114596" y="445039"/>
              <a:ext cx="633002" cy="572716"/>
              <a:chOff x="7189660" y="520827"/>
              <a:chExt cx="598074" cy="541115"/>
            </a:xfrm>
          </p:grpSpPr>
          <p:sp>
            <p:nvSpPr>
              <p:cNvPr id="727" name="Google Shape;727;p24"/>
              <p:cNvSpPr/>
              <p:nvPr/>
            </p:nvSpPr>
            <p:spPr>
              <a:xfrm>
                <a:off x="7189660" y="520827"/>
                <a:ext cx="598074" cy="541115"/>
              </a:xfrm>
              <a:custGeom>
                <a:avLst/>
                <a:gdLst/>
                <a:ahLst/>
                <a:cxnLst/>
                <a:rect l="l" t="t" r="r" b="b"/>
                <a:pathLst>
                  <a:path w="598074" h="541115" extrusionOk="0">
                    <a:moveTo>
                      <a:pt x="557022" y="0"/>
                    </a:moveTo>
                    <a:cubicBezTo>
                      <a:pt x="579695" y="0"/>
                      <a:pt x="598075" y="18380"/>
                      <a:pt x="598075" y="41053"/>
                    </a:cubicBezTo>
                    <a:lnTo>
                      <a:pt x="598075" y="500063"/>
                    </a:lnTo>
                    <a:cubicBezTo>
                      <a:pt x="598075" y="522735"/>
                      <a:pt x="579695" y="541115"/>
                      <a:pt x="557022" y="541115"/>
                    </a:cubicBezTo>
                    <a:lnTo>
                      <a:pt x="41053" y="541115"/>
                    </a:lnTo>
                    <a:cubicBezTo>
                      <a:pt x="18380" y="541115"/>
                      <a:pt x="0" y="522735"/>
                      <a:pt x="0" y="500063"/>
                    </a:cubicBezTo>
                    <a:lnTo>
                      <a:pt x="0" y="41053"/>
                    </a:lnTo>
                    <a:cubicBezTo>
                      <a:pt x="0" y="18380"/>
                      <a:pt x="18380" y="0"/>
                      <a:pt x="41053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grpSp>
            <p:nvGrpSpPr>
              <p:cNvPr id="728" name="Google Shape;728;p24"/>
              <p:cNvGrpSpPr/>
              <p:nvPr/>
            </p:nvGrpSpPr>
            <p:grpSpPr>
              <a:xfrm>
                <a:off x="7579137" y="551973"/>
                <a:ext cx="164782" cy="41529"/>
                <a:chOff x="7579137" y="551973"/>
                <a:chExt cx="164782" cy="41529"/>
              </a:xfrm>
            </p:grpSpPr>
            <p:sp>
              <p:nvSpPr>
                <p:cNvPr id="729" name="Google Shape;729;p24"/>
                <p:cNvSpPr/>
                <p:nvPr/>
              </p:nvSpPr>
              <p:spPr>
                <a:xfrm>
                  <a:off x="7702391" y="551973"/>
                  <a:ext cx="41528" cy="415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1528" h="41529" extrusionOk="0">
                      <a:moveTo>
                        <a:pt x="41529" y="20765"/>
                      </a:moveTo>
                      <a:cubicBezTo>
                        <a:pt x="41529" y="32290"/>
                        <a:pt x="32195" y="41529"/>
                        <a:pt x="20764" y="41529"/>
                      </a:cubicBezTo>
                      <a:cubicBezTo>
                        <a:pt x="9334" y="41529"/>
                        <a:pt x="0" y="32195"/>
                        <a:pt x="0" y="20765"/>
                      </a:cubicBezTo>
                      <a:cubicBezTo>
                        <a:pt x="0" y="9335"/>
                        <a:pt x="9334" y="0"/>
                        <a:pt x="20764" y="0"/>
                      </a:cubicBezTo>
                      <a:cubicBezTo>
                        <a:pt x="32195" y="0"/>
                        <a:pt x="41529" y="9335"/>
                        <a:pt x="41529" y="20765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730" name="Google Shape;730;p24"/>
                <p:cNvSpPr/>
                <p:nvPr/>
              </p:nvSpPr>
              <p:spPr>
                <a:xfrm>
                  <a:off x="7640764" y="551973"/>
                  <a:ext cx="41528" cy="415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1528" h="41529" extrusionOk="0">
                      <a:moveTo>
                        <a:pt x="41529" y="20765"/>
                      </a:moveTo>
                      <a:cubicBezTo>
                        <a:pt x="41529" y="32290"/>
                        <a:pt x="32195" y="41529"/>
                        <a:pt x="20764" y="41529"/>
                      </a:cubicBezTo>
                      <a:cubicBezTo>
                        <a:pt x="9334" y="41529"/>
                        <a:pt x="0" y="32195"/>
                        <a:pt x="0" y="20765"/>
                      </a:cubicBezTo>
                      <a:cubicBezTo>
                        <a:pt x="0" y="9335"/>
                        <a:pt x="9334" y="0"/>
                        <a:pt x="20764" y="0"/>
                      </a:cubicBezTo>
                      <a:cubicBezTo>
                        <a:pt x="32195" y="0"/>
                        <a:pt x="41529" y="9335"/>
                        <a:pt x="41529" y="20765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731" name="Google Shape;731;p24"/>
                <p:cNvSpPr/>
                <p:nvPr/>
              </p:nvSpPr>
              <p:spPr>
                <a:xfrm>
                  <a:off x="7579137" y="551973"/>
                  <a:ext cx="41528" cy="415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1528" h="41529" extrusionOk="0">
                      <a:moveTo>
                        <a:pt x="41529" y="20765"/>
                      </a:moveTo>
                      <a:cubicBezTo>
                        <a:pt x="41529" y="32290"/>
                        <a:pt x="32195" y="41529"/>
                        <a:pt x="20764" y="41529"/>
                      </a:cubicBezTo>
                      <a:cubicBezTo>
                        <a:pt x="9334" y="41529"/>
                        <a:pt x="0" y="32195"/>
                        <a:pt x="0" y="20765"/>
                      </a:cubicBezTo>
                      <a:cubicBezTo>
                        <a:pt x="0" y="9335"/>
                        <a:pt x="9334" y="0"/>
                        <a:pt x="20764" y="0"/>
                      </a:cubicBezTo>
                      <a:cubicBezTo>
                        <a:pt x="32195" y="0"/>
                        <a:pt x="41529" y="9335"/>
                        <a:pt x="41529" y="20765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</p:grpSp>
        <p:grpSp>
          <p:nvGrpSpPr>
            <p:cNvPr id="732" name="Google Shape;732;p24"/>
            <p:cNvGrpSpPr/>
            <p:nvPr/>
          </p:nvGrpSpPr>
          <p:grpSpPr>
            <a:xfrm>
              <a:off x="8184962" y="619646"/>
              <a:ext cx="498115" cy="257273"/>
              <a:chOff x="7256144" y="685800"/>
              <a:chExt cx="470630" cy="243077"/>
            </a:xfrm>
          </p:grpSpPr>
          <p:sp>
            <p:nvSpPr>
              <p:cNvPr id="733" name="Google Shape;733;p24"/>
              <p:cNvSpPr/>
              <p:nvPr/>
            </p:nvSpPr>
            <p:spPr>
              <a:xfrm>
                <a:off x="7256144" y="694753"/>
                <a:ext cx="218503" cy="218217"/>
              </a:xfrm>
              <a:custGeom>
                <a:avLst/>
                <a:gdLst/>
                <a:ahLst/>
                <a:cxnLst/>
                <a:rect l="l" t="t" r="r" b="b"/>
                <a:pathLst>
                  <a:path w="218503" h="218217" extrusionOk="0">
                    <a:moveTo>
                      <a:pt x="216598" y="129540"/>
                    </a:moveTo>
                    <a:cubicBezTo>
                      <a:pt x="217837" y="122968"/>
                      <a:pt x="218504" y="116110"/>
                      <a:pt x="218504" y="109156"/>
                    </a:cubicBezTo>
                    <a:cubicBezTo>
                      <a:pt x="218504" y="102203"/>
                      <a:pt x="217837" y="95440"/>
                      <a:pt x="216598" y="88773"/>
                    </a:cubicBezTo>
                    <a:lnTo>
                      <a:pt x="181261" y="88773"/>
                    </a:lnTo>
                    <a:cubicBezTo>
                      <a:pt x="179641" y="83058"/>
                      <a:pt x="177451" y="77724"/>
                      <a:pt x="174593" y="72676"/>
                    </a:cubicBezTo>
                    <a:lnTo>
                      <a:pt x="199549" y="47720"/>
                    </a:lnTo>
                    <a:cubicBezTo>
                      <a:pt x="191834" y="36385"/>
                      <a:pt x="182118" y="26670"/>
                      <a:pt x="170783" y="18955"/>
                    </a:cubicBezTo>
                    <a:lnTo>
                      <a:pt x="145732" y="44005"/>
                    </a:lnTo>
                    <a:cubicBezTo>
                      <a:pt x="140684" y="41148"/>
                      <a:pt x="135255" y="38957"/>
                      <a:pt x="129635" y="37338"/>
                    </a:cubicBezTo>
                    <a:lnTo>
                      <a:pt x="129635" y="1905"/>
                    </a:lnTo>
                    <a:cubicBezTo>
                      <a:pt x="123063" y="667"/>
                      <a:pt x="116205" y="0"/>
                      <a:pt x="109252" y="0"/>
                    </a:cubicBezTo>
                    <a:cubicBezTo>
                      <a:pt x="102298" y="0"/>
                      <a:pt x="95536" y="667"/>
                      <a:pt x="88868" y="1905"/>
                    </a:cubicBezTo>
                    <a:lnTo>
                      <a:pt x="88868" y="37338"/>
                    </a:lnTo>
                    <a:cubicBezTo>
                      <a:pt x="83154" y="38957"/>
                      <a:pt x="77819" y="41148"/>
                      <a:pt x="72771" y="44005"/>
                    </a:cubicBezTo>
                    <a:lnTo>
                      <a:pt x="47720" y="18955"/>
                    </a:lnTo>
                    <a:cubicBezTo>
                      <a:pt x="36386" y="26670"/>
                      <a:pt x="26670" y="36481"/>
                      <a:pt x="18955" y="47720"/>
                    </a:cubicBezTo>
                    <a:lnTo>
                      <a:pt x="43910" y="72676"/>
                    </a:lnTo>
                    <a:cubicBezTo>
                      <a:pt x="41053" y="77724"/>
                      <a:pt x="38862" y="83153"/>
                      <a:pt x="37243" y="88773"/>
                    </a:cubicBezTo>
                    <a:lnTo>
                      <a:pt x="1905" y="88773"/>
                    </a:lnTo>
                    <a:cubicBezTo>
                      <a:pt x="667" y="95345"/>
                      <a:pt x="0" y="102203"/>
                      <a:pt x="0" y="109156"/>
                    </a:cubicBezTo>
                    <a:cubicBezTo>
                      <a:pt x="0" y="116110"/>
                      <a:pt x="667" y="122873"/>
                      <a:pt x="1905" y="129540"/>
                    </a:cubicBezTo>
                    <a:lnTo>
                      <a:pt x="37243" y="129540"/>
                    </a:lnTo>
                    <a:cubicBezTo>
                      <a:pt x="38862" y="135255"/>
                      <a:pt x="41053" y="140589"/>
                      <a:pt x="43910" y="145637"/>
                    </a:cubicBezTo>
                    <a:lnTo>
                      <a:pt x="18955" y="170593"/>
                    </a:lnTo>
                    <a:cubicBezTo>
                      <a:pt x="26670" y="181928"/>
                      <a:pt x="36386" y="191643"/>
                      <a:pt x="47720" y="199358"/>
                    </a:cubicBezTo>
                    <a:lnTo>
                      <a:pt x="72771" y="174308"/>
                    </a:lnTo>
                    <a:cubicBezTo>
                      <a:pt x="77819" y="177165"/>
                      <a:pt x="83248" y="179356"/>
                      <a:pt x="88868" y="180975"/>
                    </a:cubicBezTo>
                    <a:lnTo>
                      <a:pt x="88868" y="216313"/>
                    </a:lnTo>
                    <a:cubicBezTo>
                      <a:pt x="95441" y="217551"/>
                      <a:pt x="102298" y="218218"/>
                      <a:pt x="109252" y="218218"/>
                    </a:cubicBezTo>
                    <a:cubicBezTo>
                      <a:pt x="116205" y="218218"/>
                      <a:pt x="122968" y="217551"/>
                      <a:pt x="129635" y="216313"/>
                    </a:cubicBezTo>
                    <a:lnTo>
                      <a:pt x="129635" y="180975"/>
                    </a:lnTo>
                    <a:cubicBezTo>
                      <a:pt x="135350" y="179356"/>
                      <a:pt x="140684" y="177070"/>
                      <a:pt x="145732" y="174308"/>
                    </a:cubicBezTo>
                    <a:lnTo>
                      <a:pt x="170783" y="199358"/>
                    </a:lnTo>
                    <a:cubicBezTo>
                      <a:pt x="182118" y="191643"/>
                      <a:pt x="191834" y="181928"/>
                      <a:pt x="199549" y="170593"/>
                    </a:cubicBezTo>
                    <a:lnTo>
                      <a:pt x="174593" y="145542"/>
                    </a:lnTo>
                    <a:cubicBezTo>
                      <a:pt x="177451" y="140494"/>
                      <a:pt x="179641" y="135064"/>
                      <a:pt x="181261" y="129445"/>
                    </a:cubicBezTo>
                    <a:lnTo>
                      <a:pt x="216598" y="129445"/>
                    </a:lnTo>
                    <a:close/>
                    <a:moveTo>
                      <a:pt x="109252" y="131255"/>
                    </a:moveTo>
                    <a:cubicBezTo>
                      <a:pt x="97060" y="131255"/>
                      <a:pt x="87249" y="121349"/>
                      <a:pt x="87249" y="109252"/>
                    </a:cubicBezTo>
                    <a:cubicBezTo>
                      <a:pt x="87249" y="97155"/>
                      <a:pt x="97155" y="87249"/>
                      <a:pt x="109252" y="87249"/>
                    </a:cubicBezTo>
                    <a:cubicBezTo>
                      <a:pt x="121348" y="87249"/>
                      <a:pt x="131255" y="97155"/>
                      <a:pt x="131255" y="109252"/>
                    </a:cubicBezTo>
                    <a:cubicBezTo>
                      <a:pt x="131255" y="121349"/>
                      <a:pt x="121348" y="131255"/>
                      <a:pt x="109252" y="131255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grpSp>
            <p:nvGrpSpPr>
              <p:cNvPr id="734" name="Google Shape;734;p24"/>
              <p:cNvGrpSpPr/>
              <p:nvPr/>
            </p:nvGrpSpPr>
            <p:grpSpPr>
              <a:xfrm>
                <a:off x="7512843" y="685800"/>
                <a:ext cx="213931" cy="243077"/>
                <a:chOff x="7512843" y="685800"/>
                <a:chExt cx="213931" cy="243077"/>
              </a:xfrm>
            </p:grpSpPr>
            <p:grpSp>
              <p:nvGrpSpPr>
                <p:cNvPr id="735" name="Google Shape;735;p24"/>
                <p:cNvGrpSpPr/>
                <p:nvPr/>
              </p:nvGrpSpPr>
              <p:grpSpPr>
                <a:xfrm>
                  <a:off x="7512843" y="836580"/>
                  <a:ext cx="213931" cy="92297"/>
                  <a:chOff x="7512843" y="836580"/>
                  <a:chExt cx="213931" cy="92297"/>
                </a:xfrm>
              </p:grpSpPr>
              <p:sp>
                <p:nvSpPr>
                  <p:cNvPr id="736" name="Google Shape;736;p24"/>
                  <p:cNvSpPr/>
                  <p:nvPr/>
                </p:nvSpPr>
                <p:spPr>
                  <a:xfrm>
                    <a:off x="7512843" y="856011"/>
                    <a:ext cx="213931" cy="72866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13931" h="72866" extrusionOk="0">
                        <a:moveTo>
                          <a:pt x="0" y="0"/>
                        </a:moveTo>
                        <a:lnTo>
                          <a:pt x="0" y="53435"/>
                        </a:lnTo>
                        <a:cubicBezTo>
                          <a:pt x="0" y="64199"/>
                          <a:pt x="47911" y="72866"/>
                          <a:pt x="106966" y="72866"/>
                        </a:cubicBezTo>
                        <a:cubicBezTo>
                          <a:pt x="166021" y="72866"/>
                          <a:pt x="213932" y="64199"/>
                          <a:pt x="213932" y="53435"/>
                        </a:cubicBezTo>
                        <a:lnTo>
                          <a:pt x="213932" y="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 dirty="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37" name="Google Shape;737;p24"/>
                  <p:cNvSpPr/>
                  <p:nvPr/>
                </p:nvSpPr>
                <p:spPr>
                  <a:xfrm>
                    <a:off x="7512843" y="836580"/>
                    <a:ext cx="213931" cy="38861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13931" h="38861" extrusionOk="0">
                        <a:moveTo>
                          <a:pt x="213932" y="19431"/>
                        </a:moveTo>
                        <a:cubicBezTo>
                          <a:pt x="213932" y="30162"/>
                          <a:pt x="166042" y="38862"/>
                          <a:pt x="106966" y="38862"/>
                        </a:cubicBezTo>
                        <a:cubicBezTo>
                          <a:pt x="47891" y="38862"/>
                          <a:pt x="1" y="30162"/>
                          <a:pt x="1" y="19431"/>
                        </a:cubicBezTo>
                        <a:cubicBezTo>
                          <a:pt x="1" y="8700"/>
                          <a:pt x="47891" y="0"/>
                          <a:pt x="106966" y="0"/>
                        </a:cubicBezTo>
                        <a:cubicBezTo>
                          <a:pt x="166042" y="0"/>
                          <a:pt x="213932" y="8700"/>
                          <a:pt x="213932" y="19431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 dirty="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738" name="Google Shape;738;p24"/>
                <p:cNvGrpSpPr/>
                <p:nvPr/>
              </p:nvGrpSpPr>
              <p:grpSpPr>
                <a:xfrm>
                  <a:off x="7512843" y="761238"/>
                  <a:ext cx="213931" cy="92296"/>
                  <a:chOff x="7512843" y="761238"/>
                  <a:chExt cx="213931" cy="92296"/>
                </a:xfrm>
              </p:grpSpPr>
              <p:sp>
                <p:nvSpPr>
                  <p:cNvPr id="739" name="Google Shape;739;p24"/>
                  <p:cNvSpPr/>
                  <p:nvPr/>
                </p:nvSpPr>
                <p:spPr>
                  <a:xfrm>
                    <a:off x="7512843" y="780668"/>
                    <a:ext cx="213931" cy="72866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13931" h="72866" extrusionOk="0">
                        <a:moveTo>
                          <a:pt x="0" y="0"/>
                        </a:moveTo>
                        <a:lnTo>
                          <a:pt x="0" y="53435"/>
                        </a:lnTo>
                        <a:cubicBezTo>
                          <a:pt x="0" y="64199"/>
                          <a:pt x="47911" y="72866"/>
                          <a:pt x="106966" y="72866"/>
                        </a:cubicBezTo>
                        <a:cubicBezTo>
                          <a:pt x="166021" y="72866"/>
                          <a:pt x="213932" y="64199"/>
                          <a:pt x="213932" y="53435"/>
                        </a:cubicBezTo>
                        <a:lnTo>
                          <a:pt x="213932" y="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 dirty="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40" name="Google Shape;740;p24"/>
                  <p:cNvSpPr/>
                  <p:nvPr/>
                </p:nvSpPr>
                <p:spPr>
                  <a:xfrm>
                    <a:off x="7512843" y="761238"/>
                    <a:ext cx="213931" cy="38861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13931" h="38861" extrusionOk="0">
                        <a:moveTo>
                          <a:pt x="213932" y="19431"/>
                        </a:moveTo>
                        <a:cubicBezTo>
                          <a:pt x="213932" y="30162"/>
                          <a:pt x="166042" y="38862"/>
                          <a:pt x="106966" y="38862"/>
                        </a:cubicBezTo>
                        <a:cubicBezTo>
                          <a:pt x="47891" y="38862"/>
                          <a:pt x="1" y="30162"/>
                          <a:pt x="1" y="19431"/>
                        </a:cubicBezTo>
                        <a:cubicBezTo>
                          <a:pt x="1" y="8700"/>
                          <a:pt x="47891" y="0"/>
                          <a:pt x="106966" y="0"/>
                        </a:cubicBezTo>
                        <a:cubicBezTo>
                          <a:pt x="166042" y="0"/>
                          <a:pt x="213932" y="8700"/>
                          <a:pt x="213932" y="19431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 dirty="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741" name="Google Shape;741;p24"/>
                <p:cNvGrpSpPr/>
                <p:nvPr/>
              </p:nvGrpSpPr>
              <p:grpSpPr>
                <a:xfrm>
                  <a:off x="7512843" y="685800"/>
                  <a:ext cx="213931" cy="92297"/>
                  <a:chOff x="7512843" y="685800"/>
                  <a:chExt cx="213931" cy="92297"/>
                </a:xfrm>
              </p:grpSpPr>
              <p:sp>
                <p:nvSpPr>
                  <p:cNvPr id="742" name="Google Shape;742;p24"/>
                  <p:cNvSpPr/>
                  <p:nvPr/>
                </p:nvSpPr>
                <p:spPr>
                  <a:xfrm>
                    <a:off x="7512843" y="705231"/>
                    <a:ext cx="213931" cy="72866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13931" h="72866" extrusionOk="0">
                        <a:moveTo>
                          <a:pt x="0" y="0"/>
                        </a:moveTo>
                        <a:lnTo>
                          <a:pt x="0" y="53435"/>
                        </a:lnTo>
                        <a:cubicBezTo>
                          <a:pt x="0" y="64198"/>
                          <a:pt x="47911" y="72866"/>
                          <a:pt x="106966" y="72866"/>
                        </a:cubicBezTo>
                        <a:cubicBezTo>
                          <a:pt x="166021" y="72866"/>
                          <a:pt x="213932" y="64198"/>
                          <a:pt x="213932" y="53435"/>
                        </a:cubicBezTo>
                        <a:lnTo>
                          <a:pt x="213932" y="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 dirty="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43" name="Google Shape;743;p24"/>
                  <p:cNvSpPr/>
                  <p:nvPr/>
                </p:nvSpPr>
                <p:spPr>
                  <a:xfrm>
                    <a:off x="7512843" y="685800"/>
                    <a:ext cx="213931" cy="38861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13931" h="38861" extrusionOk="0">
                        <a:moveTo>
                          <a:pt x="213932" y="19431"/>
                        </a:moveTo>
                        <a:cubicBezTo>
                          <a:pt x="213932" y="30162"/>
                          <a:pt x="166042" y="38862"/>
                          <a:pt x="106966" y="38862"/>
                        </a:cubicBezTo>
                        <a:cubicBezTo>
                          <a:pt x="47891" y="38862"/>
                          <a:pt x="1" y="30162"/>
                          <a:pt x="1" y="19431"/>
                        </a:cubicBezTo>
                        <a:cubicBezTo>
                          <a:pt x="1" y="8700"/>
                          <a:pt x="47891" y="0"/>
                          <a:pt x="106966" y="0"/>
                        </a:cubicBezTo>
                        <a:cubicBezTo>
                          <a:pt x="166042" y="0"/>
                          <a:pt x="213932" y="8700"/>
                          <a:pt x="213932" y="19431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 dirty="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</p:grpSp>
        </p:grpSp>
      </p:grp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225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Lato"/>
              <a:buChar char="●"/>
              <a:defRPr sz="12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1pPr>
            <a:lvl2pPr marL="914400" lvl="1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Lato"/>
              <a:buChar char="○"/>
              <a:defRPr sz="12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2pPr>
            <a:lvl3pPr marL="1371600" lvl="2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Lato"/>
              <a:buChar char="■"/>
              <a:defRPr sz="12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3pPr>
            <a:lvl4pPr marL="1828800" lvl="3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Lato"/>
              <a:buChar char="●"/>
              <a:defRPr sz="12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4pPr>
            <a:lvl5pPr marL="2286000" lvl="4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Lato"/>
              <a:buChar char="○"/>
              <a:defRPr sz="12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5pPr>
            <a:lvl6pPr marL="2743200" lvl="5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Lato"/>
              <a:buChar char="■"/>
              <a:defRPr sz="12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6pPr>
            <a:lvl7pPr marL="3200400" lvl="6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Lato"/>
              <a:buChar char="●"/>
              <a:defRPr sz="12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7pPr>
            <a:lvl8pPr marL="3657600" lvl="7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Lato"/>
              <a:buChar char="○"/>
              <a:defRPr sz="12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8pPr>
            <a:lvl9pPr marL="4114800" lvl="8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Lato"/>
              <a:buChar char="■"/>
              <a:defRPr sz="12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1" r:id="rId2"/>
    <p:sldLayoutId id="2147483652" r:id="rId3"/>
    <p:sldLayoutId id="2147483653" r:id="rId4"/>
    <p:sldLayoutId id="2147483654" r:id="rId5"/>
    <p:sldLayoutId id="2147483655" r:id="rId6"/>
    <p:sldLayoutId id="2147483656" r:id="rId7"/>
    <p:sldLayoutId id="2147483657" r:id="rId8"/>
    <p:sldLayoutId id="2147483658" r:id="rId9"/>
    <p:sldLayoutId id="2147483659" r:id="rId10"/>
    <p:sldLayoutId id="2147483660" r:id="rId11"/>
    <p:sldLayoutId id="2147483661" r:id="rId12"/>
    <p:sldLayoutId id="2147483662" r:id="rId13"/>
    <p:sldLayoutId id="2147483663" r:id="rId14"/>
    <p:sldLayoutId id="2147483664" r:id="rId15"/>
    <p:sldLayoutId id="2147483665" r:id="rId16"/>
    <p:sldLayoutId id="2147483669" r:id="rId17"/>
    <p:sldLayoutId id="2147483670" r:id="rId18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0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5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5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6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4" name="Google Shape;754;p28"/>
          <p:cNvSpPr/>
          <p:nvPr/>
        </p:nvSpPr>
        <p:spPr>
          <a:xfrm rot="1053742">
            <a:off x="5323766" y="428883"/>
            <a:ext cx="4314987" cy="4418593"/>
          </a:xfrm>
          <a:custGeom>
            <a:avLst/>
            <a:gdLst/>
            <a:ahLst/>
            <a:cxnLst/>
            <a:rect l="l" t="t" r="r" b="b"/>
            <a:pathLst>
              <a:path w="45721" h="44028" extrusionOk="0">
                <a:moveTo>
                  <a:pt x="22493" y="0"/>
                </a:moveTo>
                <a:cubicBezTo>
                  <a:pt x="21088" y="0"/>
                  <a:pt x="19696" y="207"/>
                  <a:pt x="18384" y="686"/>
                </a:cubicBezTo>
                <a:cubicBezTo>
                  <a:pt x="16538" y="1365"/>
                  <a:pt x="14788" y="2674"/>
                  <a:pt x="13800" y="4401"/>
                </a:cubicBezTo>
                <a:cubicBezTo>
                  <a:pt x="12502" y="6663"/>
                  <a:pt x="12633" y="9461"/>
                  <a:pt x="11597" y="11842"/>
                </a:cubicBezTo>
                <a:cubicBezTo>
                  <a:pt x="10764" y="13771"/>
                  <a:pt x="8704" y="14926"/>
                  <a:pt x="7073" y="16116"/>
                </a:cubicBezTo>
                <a:cubicBezTo>
                  <a:pt x="4548" y="17962"/>
                  <a:pt x="2048" y="20141"/>
                  <a:pt x="1179" y="23260"/>
                </a:cubicBezTo>
                <a:cubicBezTo>
                  <a:pt x="0" y="27415"/>
                  <a:pt x="346" y="32368"/>
                  <a:pt x="2715" y="36071"/>
                </a:cubicBezTo>
                <a:cubicBezTo>
                  <a:pt x="4489" y="38834"/>
                  <a:pt x="7513" y="39655"/>
                  <a:pt x="10644" y="39715"/>
                </a:cubicBezTo>
                <a:cubicBezTo>
                  <a:pt x="10740" y="39716"/>
                  <a:pt x="10835" y="39717"/>
                  <a:pt x="10932" y="39717"/>
                </a:cubicBezTo>
                <a:cubicBezTo>
                  <a:pt x="12378" y="39717"/>
                  <a:pt x="13967" y="39555"/>
                  <a:pt x="15526" y="39555"/>
                </a:cubicBezTo>
                <a:cubicBezTo>
                  <a:pt x="17089" y="39555"/>
                  <a:pt x="18623" y="39718"/>
                  <a:pt x="19955" y="40369"/>
                </a:cubicBezTo>
                <a:cubicBezTo>
                  <a:pt x="23538" y="42115"/>
                  <a:pt x="27996" y="44028"/>
                  <a:pt x="32241" y="44028"/>
                </a:cubicBezTo>
                <a:cubicBezTo>
                  <a:pt x="33555" y="44028"/>
                  <a:pt x="34848" y="43845"/>
                  <a:pt x="36088" y="43417"/>
                </a:cubicBezTo>
                <a:cubicBezTo>
                  <a:pt x="41505" y="41548"/>
                  <a:pt x="44149" y="37905"/>
                  <a:pt x="44934" y="33178"/>
                </a:cubicBezTo>
                <a:cubicBezTo>
                  <a:pt x="45720" y="28463"/>
                  <a:pt x="43565" y="24534"/>
                  <a:pt x="42875" y="20796"/>
                </a:cubicBezTo>
                <a:cubicBezTo>
                  <a:pt x="42446" y="18438"/>
                  <a:pt x="42160" y="15819"/>
                  <a:pt x="41422" y="13473"/>
                </a:cubicBezTo>
                <a:cubicBezTo>
                  <a:pt x="41148" y="12580"/>
                  <a:pt x="40779" y="11711"/>
                  <a:pt x="40339" y="10890"/>
                </a:cubicBezTo>
                <a:cubicBezTo>
                  <a:pt x="38076" y="6675"/>
                  <a:pt x="34100" y="3496"/>
                  <a:pt x="29766" y="1615"/>
                </a:cubicBezTo>
                <a:cubicBezTo>
                  <a:pt x="27553" y="661"/>
                  <a:pt x="25002" y="0"/>
                  <a:pt x="22493" y="0"/>
                </a:cubicBezTo>
                <a:close/>
              </a:path>
            </a:pathLst>
          </a:custGeom>
          <a:solidFill>
            <a:srgbClr val="000000">
              <a:alpha val="1006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755" name="Google Shape;755;p28"/>
          <p:cNvSpPr txBox="1">
            <a:spLocks noGrp="1"/>
          </p:cNvSpPr>
          <p:nvPr>
            <p:ph type="ctrTitle"/>
          </p:nvPr>
        </p:nvSpPr>
        <p:spPr>
          <a:xfrm>
            <a:off x="713225" y="1620301"/>
            <a:ext cx="4112100" cy="1249832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7200" dirty="0"/>
              <a:t>DÖKNet</a:t>
            </a:r>
            <a:endParaRPr dirty="0"/>
          </a:p>
        </p:txBody>
      </p:sp>
      <p:sp>
        <p:nvSpPr>
          <p:cNvPr id="756" name="Google Shape;756;p28"/>
          <p:cNvSpPr txBox="1">
            <a:spLocks noGrp="1"/>
          </p:cNvSpPr>
          <p:nvPr>
            <p:ph type="subTitle" idx="1"/>
          </p:nvPr>
        </p:nvSpPr>
        <p:spPr>
          <a:xfrm>
            <a:off x="200149" y="2713532"/>
            <a:ext cx="2467781" cy="177399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2800" u="sng" dirty="0"/>
              <a:t>Készítette: 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2800" dirty="0"/>
              <a:t>Tóth Dominik 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2800" dirty="0"/>
              <a:t>Krajnyák Máté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2800" dirty="0"/>
              <a:t>Kévés Bálint</a:t>
            </a:r>
            <a:endParaRPr lang="hu-HU" sz="1800" dirty="0"/>
          </a:p>
        </p:txBody>
      </p:sp>
      <p:grpSp>
        <p:nvGrpSpPr>
          <p:cNvPr id="757" name="Google Shape;757;p28"/>
          <p:cNvGrpSpPr/>
          <p:nvPr/>
        </p:nvGrpSpPr>
        <p:grpSpPr>
          <a:xfrm>
            <a:off x="5165167" y="656304"/>
            <a:ext cx="3841017" cy="3831227"/>
            <a:chOff x="5165167" y="656304"/>
            <a:chExt cx="3841017" cy="3831227"/>
          </a:xfrm>
        </p:grpSpPr>
        <p:grpSp>
          <p:nvGrpSpPr>
            <p:cNvPr id="758" name="Google Shape;758;p28"/>
            <p:cNvGrpSpPr/>
            <p:nvPr/>
          </p:nvGrpSpPr>
          <p:grpSpPr>
            <a:xfrm>
              <a:off x="5631673" y="1763897"/>
              <a:ext cx="2961645" cy="1992933"/>
              <a:chOff x="5311140" y="3874579"/>
              <a:chExt cx="2693384" cy="1812416"/>
            </a:xfrm>
          </p:grpSpPr>
          <p:grpSp>
            <p:nvGrpSpPr>
              <p:cNvPr id="759" name="Google Shape;759;p28"/>
              <p:cNvGrpSpPr/>
              <p:nvPr/>
            </p:nvGrpSpPr>
            <p:grpSpPr>
              <a:xfrm>
                <a:off x="6183439" y="5359431"/>
                <a:ext cx="948880" cy="327564"/>
                <a:chOff x="6183439" y="5359431"/>
                <a:chExt cx="948880" cy="327564"/>
              </a:xfrm>
            </p:grpSpPr>
            <p:sp>
              <p:nvSpPr>
                <p:cNvPr id="760" name="Google Shape;760;p28"/>
                <p:cNvSpPr/>
                <p:nvPr/>
              </p:nvSpPr>
              <p:spPr>
                <a:xfrm>
                  <a:off x="6459569" y="5359431"/>
                  <a:ext cx="396621" cy="29127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96621" h="291274" extrusionOk="0">
                      <a:moveTo>
                        <a:pt x="396621" y="0"/>
                      </a:moveTo>
                      <a:lnTo>
                        <a:pt x="396621" y="291274"/>
                      </a:lnTo>
                      <a:lnTo>
                        <a:pt x="0" y="291274"/>
                      </a:lnTo>
                      <a:lnTo>
                        <a:pt x="0" y="0"/>
                      </a:lnTo>
                      <a:lnTo>
                        <a:pt x="140304" y="0"/>
                      </a:lnTo>
                      <a:lnTo>
                        <a:pt x="140304" y="140017"/>
                      </a:lnTo>
                      <a:cubicBezTo>
                        <a:pt x="140304" y="171926"/>
                        <a:pt x="166402" y="198120"/>
                        <a:pt x="198311" y="198120"/>
                      </a:cubicBezTo>
                      <a:cubicBezTo>
                        <a:pt x="230220" y="198120"/>
                        <a:pt x="256413" y="171926"/>
                        <a:pt x="256413" y="140017"/>
                      </a:cubicBezTo>
                      <a:lnTo>
                        <a:pt x="256413" y="0"/>
                      </a:lnTo>
                      <a:lnTo>
                        <a:pt x="396621" y="0"/>
                      </a:lnTo>
                      <a:close/>
                    </a:path>
                  </a:pathLst>
                </a:custGeom>
                <a:solidFill>
                  <a:schemeClr val="accent6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761" name="Google Shape;761;p28"/>
                <p:cNvSpPr/>
                <p:nvPr/>
              </p:nvSpPr>
              <p:spPr>
                <a:xfrm>
                  <a:off x="6459569" y="5359431"/>
                  <a:ext cx="140303" cy="5905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40303" h="59054" extrusionOk="0">
                      <a:moveTo>
                        <a:pt x="0" y="0"/>
                      </a:moveTo>
                      <a:lnTo>
                        <a:pt x="140304" y="0"/>
                      </a:lnTo>
                      <a:lnTo>
                        <a:pt x="140304" y="59055"/>
                      </a:lnTo>
                      <a:lnTo>
                        <a:pt x="0" y="42862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762" name="Google Shape;762;p28"/>
                <p:cNvSpPr/>
                <p:nvPr/>
              </p:nvSpPr>
              <p:spPr>
                <a:xfrm>
                  <a:off x="6715982" y="5359431"/>
                  <a:ext cx="140207" cy="8839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40207" h="88391" extrusionOk="0">
                      <a:moveTo>
                        <a:pt x="140208" y="0"/>
                      </a:moveTo>
                      <a:lnTo>
                        <a:pt x="140208" y="88392"/>
                      </a:lnTo>
                      <a:lnTo>
                        <a:pt x="0" y="72295"/>
                      </a:lnTo>
                      <a:lnTo>
                        <a:pt x="0" y="0"/>
                      </a:lnTo>
                      <a:lnTo>
                        <a:pt x="140208" y="0"/>
                      </a:ln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763" name="Google Shape;763;p28"/>
                <p:cNvSpPr/>
                <p:nvPr/>
              </p:nvSpPr>
              <p:spPr>
                <a:xfrm>
                  <a:off x="6183439" y="5647467"/>
                  <a:ext cx="948880" cy="3952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48880" h="39528" extrusionOk="0">
                      <a:moveTo>
                        <a:pt x="0" y="0"/>
                      </a:moveTo>
                      <a:lnTo>
                        <a:pt x="948880" y="0"/>
                      </a:lnTo>
                      <a:lnTo>
                        <a:pt x="948880" y="39529"/>
                      </a:lnTo>
                      <a:lnTo>
                        <a:pt x="0" y="39529"/>
                      </a:ln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sp>
            <p:nvSpPr>
              <p:cNvPr id="764" name="Google Shape;764;p28"/>
              <p:cNvSpPr/>
              <p:nvPr/>
            </p:nvSpPr>
            <p:spPr>
              <a:xfrm>
                <a:off x="5311140" y="3874579"/>
                <a:ext cx="2693384" cy="1517428"/>
              </a:xfrm>
              <a:custGeom>
                <a:avLst/>
                <a:gdLst/>
                <a:ahLst/>
                <a:cxnLst/>
                <a:rect l="l" t="t" r="r" b="b"/>
                <a:pathLst>
                  <a:path w="2693384" h="1517428" extrusionOk="0">
                    <a:moveTo>
                      <a:pt x="2693384" y="107442"/>
                    </a:moveTo>
                    <a:lnTo>
                      <a:pt x="2693384" y="1409890"/>
                    </a:lnTo>
                    <a:cubicBezTo>
                      <a:pt x="2693384" y="1469231"/>
                      <a:pt x="2645283" y="1517428"/>
                      <a:pt x="2585847" y="1517428"/>
                    </a:cubicBezTo>
                    <a:lnTo>
                      <a:pt x="107537" y="1517428"/>
                    </a:lnTo>
                    <a:cubicBezTo>
                      <a:pt x="48101" y="1517428"/>
                      <a:pt x="0" y="1469231"/>
                      <a:pt x="0" y="1409890"/>
                    </a:cubicBezTo>
                    <a:lnTo>
                      <a:pt x="0" y="107442"/>
                    </a:lnTo>
                    <a:cubicBezTo>
                      <a:pt x="0" y="48101"/>
                      <a:pt x="48101" y="0"/>
                      <a:pt x="107537" y="0"/>
                    </a:cubicBezTo>
                    <a:lnTo>
                      <a:pt x="2585847" y="0"/>
                    </a:lnTo>
                    <a:cubicBezTo>
                      <a:pt x="2645283" y="0"/>
                      <a:pt x="2693384" y="48101"/>
                      <a:pt x="2693384" y="107442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765" name="Google Shape;765;p28"/>
              <p:cNvSpPr/>
              <p:nvPr/>
            </p:nvSpPr>
            <p:spPr>
              <a:xfrm>
                <a:off x="5311140" y="4009739"/>
                <a:ext cx="2693384" cy="1223295"/>
              </a:xfrm>
              <a:custGeom>
                <a:avLst/>
                <a:gdLst/>
                <a:ahLst/>
                <a:cxnLst/>
                <a:rect l="l" t="t" r="r" b="b"/>
                <a:pathLst>
                  <a:path w="2693384" h="1223295" extrusionOk="0">
                    <a:moveTo>
                      <a:pt x="0" y="0"/>
                    </a:moveTo>
                    <a:lnTo>
                      <a:pt x="2693384" y="0"/>
                    </a:lnTo>
                    <a:lnTo>
                      <a:pt x="2693384" y="1223296"/>
                    </a:lnTo>
                    <a:lnTo>
                      <a:pt x="0" y="1223296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766" name="Google Shape;766;p28"/>
              <p:cNvSpPr/>
              <p:nvPr/>
            </p:nvSpPr>
            <p:spPr>
              <a:xfrm>
                <a:off x="6619875" y="5273611"/>
                <a:ext cx="76009" cy="76009"/>
              </a:xfrm>
              <a:custGeom>
                <a:avLst/>
                <a:gdLst/>
                <a:ahLst/>
                <a:cxnLst/>
                <a:rect l="l" t="t" r="r" b="b"/>
                <a:pathLst>
                  <a:path w="76009" h="76009" extrusionOk="0">
                    <a:moveTo>
                      <a:pt x="76009" y="38005"/>
                    </a:moveTo>
                    <a:cubicBezTo>
                      <a:pt x="76009" y="58960"/>
                      <a:pt x="59055" y="76010"/>
                      <a:pt x="38005" y="76010"/>
                    </a:cubicBezTo>
                    <a:cubicBezTo>
                      <a:pt x="16955" y="76010"/>
                      <a:pt x="0" y="59055"/>
                      <a:pt x="0" y="38005"/>
                    </a:cubicBezTo>
                    <a:cubicBezTo>
                      <a:pt x="0" y="16954"/>
                      <a:pt x="16955" y="0"/>
                      <a:pt x="38005" y="0"/>
                    </a:cubicBezTo>
                    <a:cubicBezTo>
                      <a:pt x="59055" y="0"/>
                      <a:pt x="76009" y="16954"/>
                      <a:pt x="76009" y="38005"/>
                    </a:cubicBezTo>
                    <a:close/>
                  </a:path>
                </a:pathLst>
              </a:custGeom>
              <a:solidFill>
                <a:srgbClr val="42444F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767" name="Google Shape;767;p28"/>
            <p:cNvGrpSpPr/>
            <p:nvPr/>
          </p:nvGrpSpPr>
          <p:grpSpPr>
            <a:xfrm>
              <a:off x="6285440" y="656304"/>
              <a:ext cx="1654423" cy="835905"/>
              <a:chOff x="5905690" y="2867310"/>
              <a:chExt cx="1504568" cy="760190"/>
            </a:xfrm>
          </p:grpSpPr>
          <p:sp>
            <p:nvSpPr>
              <p:cNvPr id="768" name="Google Shape;768;p28"/>
              <p:cNvSpPr/>
              <p:nvPr/>
            </p:nvSpPr>
            <p:spPr>
              <a:xfrm>
                <a:off x="5905690" y="2867310"/>
                <a:ext cx="1504568" cy="760190"/>
              </a:xfrm>
              <a:custGeom>
                <a:avLst/>
                <a:gdLst/>
                <a:ahLst/>
                <a:cxnLst/>
                <a:rect l="l" t="t" r="r" b="b"/>
                <a:pathLst>
                  <a:path w="1504568" h="760190" extrusionOk="0">
                    <a:moveTo>
                      <a:pt x="1504379" y="647414"/>
                    </a:moveTo>
                    <a:cubicBezTo>
                      <a:pt x="1504379" y="709708"/>
                      <a:pt x="1453896" y="760190"/>
                      <a:pt x="1391602" y="760190"/>
                    </a:cubicBezTo>
                    <a:lnTo>
                      <a:pt x="194881" y="760190"/>
                    </a:lnTo>
                    <a:cubicBezTo>
                      <a:pt x="87249" y="760190"/>
                      <a:pt x="0" y="672941"/>
                      <a:pt x="0" y="565309"/>
                    </a:cubicBezTo>
                    <a:cubicBezTo>
                      <a:pt x="0" y="457676"/>
                      <a:pt x="87249" y="370522"/>
                      <a:pt x="194881" y="370522"/>
                    </a:cubicBezTo>
                    <a:cubicBezTo>
                      <a:pt x="220027" y="370522"/>
                      <a:pt x="244126" y="375285"/>
                      <a:pt x="266223" y="383953"/>
                    </a:cubicBezTo>
                    <a:cubicBezTo>
                      <a:pt x="266223" y="382714"/>
                      <a:pt x="266223" y="381381"/>
                      <a:pt x="266223" y="380047"/>
                    </a:cubicBezTo>
                    <a:cubicBezTo>
                      <a:pt x="266223" y="240030"/>
                      <a:pt x="341947" y="117729"/>
                      <a:pt x="454628" y="51816"/>
                    </a:cubicBezTo>
                    <a:cubicBezTo>
                      <a:pt x="510921" y="18859"/>
                      <a:pt x="576453" y="0"/>
                      <a:pt x="646366" y="0"/>
                    </a:cubicBezTo>
                    <a:cubicBezTo>
                      <a:pt x="832009" y="0"/>
                      <a:pt x="986504" y="133064"/>
                      <a:pt x="1019747" y="309086"/>
                    </a:cubicBezTo>
                    <a:cubicBezTo>
                      <a:pt x="1054989" y="288893"/>
                      <a:pt x="1095851" y="277368"/>
                      <a:pt x="1139476" y="277368"/>
                    </a:cubicBezTo>
                    <a:cubicBezTo>
                      <a:pt x="1272731" y="277368"/>
                      <a:pt x="1380839" y="385477"/>
                      <a:pt x="1380839" y="518731"/>
                    </a:cubicBezTo>
                    <a:cubicBezTo>
                      <a:pt x="1380839" y="524256"/>
                      <a:pt x="1380648" y="529685"/>
                      <a:pt x="1380268" y="535114"/>
                    </a:cubicBezTo>
                    <a:cubicBezTo>
                      <a:pt x="1384078" y="534734"/>
                      <a:pt x="1387887" y="534543"/>
                      <a:pt x="1391793" y="534543"/>
                    </a:cubicBezTo>
                    <a:cubicBezTo>
                      <a:pt x="1454086" y="534543"/>
                      <a:pt x="1504569" y="585026"/>
                      <a:pt x="1504569" y="647319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769" name="Google Shape;769;p28"/>
              <p:cNvSpPr/>
              <p:nvPr/>
            </p:nvSpPr>
            <p:spPr>
              <a:xfrm>
                <a:off x="5905690" y="2918364"/>
                <a:ext cx="922591" cy="709136"/>
              </a:xfrm>
              <a:custGeom>
                <a:avLst/>
                <a:gdLst/>
                <a:ahLst/>
                <a:cxnLst/>
                <a:rect l="l" t="t" r="r" b="b"/>
                <a:pathLst>
                  <a:path w="922591" h="709136" extrusionOk="0">
                    <a:moveTo>
                      <a:pt x="922305" y="709136"/>
                    </a:moveTo>
                    <a:lnTo>
                      <a:pt x="194881" y="709136"/>
                    </a:lnTo>
                    <a:cubicBezTo>
                      <a:pt x="87249" y="709136"/>
                      <a:pt x="0" y="621887"/>
                      <a:pt x="0" y="514255"/>
                    </a:cubicBezTo>
                    <a:cubicBezTo>
                      <a:pt x="0" y="406622"/>
                      <a:pt x="87249" y="319468"/>
                      <a:pt x="194881" y="319468"/>
                    </a:cubicBezTo>
                    <a:cubicBezTo>
                      <a:pt x="220027" y="319468"/>
                      <a:pt x="244126" y="324231"/>
                      <a:pt x="266223" y="332899"/>
                    </a:cubicBezTo>
                    <a:cubicBezTo>
                      <a:pt x="266223" y="331660"/>
                      <a:pt x="266223" y="330327"/>
                      <a:pt x="266223" y="328993"/>
                    </a:cubicBezTo>
                    <a:cubicBezTo>
                      <a:pt x="266223" y="188976"/>
                      <a:pt x="341947" y="66675"/>
                      <a:pt x="454628" y="762"/>
                    </a:cubicBezTo>
                    <a:cubicBezTo>
                      <a:pt x="515683" y="-2286"/>
                      <a:pt x="577024" y="3429"/>
                      <a:pt x="633984" y="24860"/>
                    </a:cubicBezTo>
                    <a:cubicBezTo>
                      <a:pt x="707803" y="52768"/>
                      <a:pt x="773239" y="110109"/>
                      <a:pt x="797052" y="185261"/>
                    </a:cubicBezTo>
                    <a:cubicBezTo>
                      <a:pt x="820864" y="260509"/>
                      <a:pt x="795433" y="352425"/>
                      <a:pt x="728472" y="394144"/>
                    </a:cubicBezTo>
                    <a:cubicBezTo>
                      <a:pt x="769334" y="388430"/>
                      <a:pt x="808863" y="395002"/>
                      <a:pt x="844010" y="416433"/>
                    </a:cubicBezTo>
                    <a:cubicBezTo>
                      <a:pt x="879157" y="437864"/>
                      <a:pt x="902970" y="481298"/>
                      <a:pt x="892302" y="521113"/>
                    </a:cubicBezTo>
                    <a:cubicBezTo>
                      <a:pt x="885730" y="545782"/>
                      <a:pt x="867156" y="565975"/>
                      <a:pt x="845629" y="579787"/>
                    </a:cubicBezTo>
                    <a:cubicBezTo>
                      <a:pt x="824769" y="593217"/>
                      <a:pt x="801148" y="601408"/>
                      <a:pt x="777621" y="609314"/>
                    </a:cubicBezTo>
                    <a:cubicBezTo>
                      <a:pt x="788479" y="605790"/>
                      <a:pt x="793623" y="605790"/>
                      <a:pt x="805910" y="605314"/>
                    </a:cubicBezTo>
                    <a:cubicBezTo>
                      <a:pt x="819055" y="604742"/>
                      <a:pt x="832961" y="608457"/>
                      <a:pt x="842010" y="618077"/>
                    </a:cubicBezTo>
                    <a:cubicBezTo>
                      <a:pt x="851059" y="627698"/>
                      <a:pt x="853440" y="643890"/>
                      <a:pt x="845153" y="654082"/>
                    </a:cubicBezTo>
                    <a:cubicBezTo>
                      <a:pt x="859727" y="639699"/>
                      <a:pt x="881919" y="651510"/>
                      <a:pt x="897541" y="664845"/>
                    </a:cubicBezTo>
                    <a:cubicBezTo>
                      <a:pt x="910971" y="676180"/>
                      <a:pt x="919067" y="691991"/>
                      <a:pt x="922591" y="709136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770" name="Google Shape;770;p28"/>
            <p:cNvGrpSpPr/>
            <p:nvPr/>
          </p:nvGrpSpPr>
          <p:grpSpPr>
            <a:xfrm>
              <a:off x="8276803" y="1327941"/>
              <a:ext cx="387944" cy="273258"/>
              <a:chOff x="7716678" y="3270218"/>
              <a:chExt cx="352805" cy="248507"/>
            </a:xfrm>
          </p:grpSpPr>
          <p:sp>
            <p:nvSpPr>
              <p:cNvPr id="771" name="Google Shape;771;p28"/>
              <p:cNvSpPr/>
              <p:nvPr/>
            </p:nvSpPr>
            <p:spPr>
              <a:xfrm>
                <a:off x="7716678" y="3270218"/>
                <a:ext cx="352805" cy="248507"/>
              </a:xfrm>
              <a:custGeom>
                <a:avLst/>
                <a:gdLst/>
                <a:ahLst/>
                <a:cxnLst/>
                <a:rect l="l" t="t" r="r" b="b"/>
                <a:pathLst>
                  <a:path w="352805" h="248507" extrusionOk="0">
                    <a:moveTo>
                      <a:pt x="261938" y="0"/>
                    </a:moveTo>
                    <a:lnTo>
                      <a:pt x="90868" y="0"/>
                    </a:lnTo>
                    <a:cubicBezTo>
                      <a:pt x="40862" y="0"/>
                      <a:pt x="0" y="40862"/>
                      <a:pt x="0" y="90869"/>
                    </a:cubicBezTo>
                    <a:cubicBezTo>
                      <a:pt x="0" y="140875"/>
                      <a:pt x="38100" y="178879"/>
                      <a:pt x="85725" y="181642"/>
                    </a:cubicBezTo>
                    <a:lnTo>
                      <a:pt x="29527" y="248508"/>
                    </a:lnTo>
                    <a:lnTo>
                      <a:pt x="135445" y="181833"/>
                    </a:lnTo>
                    <a:lnTo>
                      <a:pt x="261938" y="181833"/>
                    </a:lnTo>
                    <a:cubicBezTo>
                      <a:pt x="311944" y="181833"/>
                      <a:pt x="352806" y="140970"/>
                      <a:pt x="352806" y="90964"/>
                    </a:cubicBezTo>
                    <a:cubicBezTo>
                      <a:pt x="352806" y="40958"/>
                      <a:pt x="311944" y="95"/>
                      <a:pt x="261938" y="95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772" name="Google Shape;772;p28"/>
              <p:cNvSpPr/>
              <p:nvPr/>
            </p:nvSpPr>
            <p:spPr>
              <a:xfrm>
                <a:off x="7783353" y="3331749"/>
                <a:ext cx="219455" cy="59054"/>
              </a:xfrm>
              <a:custGeom>
                <a:avLst/>
                <a:gdLst/>
                <a:ahLst/>
                <a:cxnLst/>
                <a:rect l="l" t="t" r="r" b="b"/>
                <a:pathLst>
                  <a:path w="219455" h="59054" extrusionOk="0">
                    <a:moveTo>
                      <a:pt x="29527" y="0"/>
                    </a:moveTo>
                    <a:cubicBezTo>
                      <a:pt x="13239" y="0"/>
                      <a:pt x="0" y="13240"/>
                      <a:pt x="0" y="29528"/>
                    </a:cubicBezTo>
                    <a:cubicBezTo>
                      <a:pt x="0" y="45815"/>
                      <a:pt x="13239" y="59055"/>
                      <a:pt x="29527" y="59055"/>
                    </a:cubicBezTo>
                    <a:cubicBezTo>
                      <a:pt x="45815" y="59055"/>
                      <a:pt x="59055" y="45815"/>
                      <a:pt x="59055" y="29528"/>
                    </a:cubicBezTo>
                    <a:cubicBezTo>
                      <a:pt x="59055" y="13240"/>
                      <a:pt x="45815" y="0"/>
                      <a:pt x="29527" y="0"/>
                    </a:cubicBezTo>
                    <a:close/>
                    <a:moveTo>
                      <a:pt x="109728" y="0"/>
                    </a:moveTo>
                    <a:cubicBezTo>
                      <a:pt x="93440" y="0"/>
                      <a:pt x="80200" y="13240"/>
                      <a:pt x="80200" y="29528"/>
                    </a:cubicBezTo>
                    <a:cubicBezTo>
                      <a:pt x="80200" y="45815"/>
                      <a:pt x="93440" y="59055"/>
                      <a:pt x="109728" y="59055"/>
                    </a:cubicBezTo>
                    <a:cubicBezTo>
                      <a:pt x="126016" y="59055"/>
                      <a:pt x="139255" y="45815"/>
                      <a:pt x="139255" y="29528"/>
                    </a:cubicBezTo>
                    <a:cubicBezTo>
                      <a:pt x="139255" y="13240"/>
                      <a:pt x="126016" y="0"/>
                      <a:pt x="109728" y="0"/>
                    </a:cubicBezTo>
                    <a:close/>
                    <a:moveTo>
                      <a:pt x="189929" y="0"/>
                    </a:moveTo>
                    <a:cubicBezTo>
                      <a:pt x="173641" y="0"/>
                      <a:pt x="160401" y="13240"/>
                      <a:pt x="160401" y="29528"/>
                    </a:cubicBezTo>
                    <a:cubicBezTo>
                      <a:pt x="160401" y="45815"/>
                      <a:pt x="173641" y="59055"/>
                      <a:pt x="189929" y="59055"/>
                    </a:cubicBezTo>
                    <a:cubicBezTo>
                      <a:pt x="206216" y="59055"/>
                      <a:pt x="219456" y="45815"/>
                      <a:pt x="219456" y="29528"/>
                    </a:cubicBezTo>
                    <a:cubicBezTo>
                      <a:pt x="219456" y="13240"/>
                      <a:pt x="206216" y="0"/>
                      <a:pt x="18992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sp>
          <p:nvSpPr>
            <p:cNvPr id="773" name="Google Shape;773;p28"/>
            <p:cNvSpPr/>
            <p:nvPr/>
          </p:nvSpPr>
          <p:spPr>
            <a:xfrm>
              <a:off x="7148815" y="1542896"/>
              <a:ext cx="10501" cy="432759"/>
            </a:xfrm>
            <a:custGeom>
              <a:avLst/>
              <a:gdLst/>
              <a:ahLst/>
              <a:cxnLst/>
              <a:rect l="l" t="t" r="r" b="b"/>
              <a:pathLst>
                <a:path w="9525" h="392525" extrusionOk="0">
                  <a:moveTo>
                    <a:pt x="0" y="0"/>
                  </a:moveTo>
                  <a:lnTo>
                    <a:pt x="0" y="392525"/>
                  </a:lnTo>
                </a:path>
              </a:pathLst>
            </a:custGeom>
            <a:noFill/>
            <a:ln w="29900" cap="rnd" cmpd="sng">
              <a:solidFill>
                <a:schemeClr val="accent4"/>
              </a:solidFill>
              <a:prstDash val="dashDot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grpSp>
          <p:nvGrpSpPr>
            <p:cNvPr id="774" name="Google Shape;774;p28"/>
            <p:cNvGrpSpPr/>
            <p:nvPr/>
          </p:nvGrpSpPr>
          <p:grpSpPr>
            <a:xfrm>
              <a:off x="5483130" y="2415465"/>
              <a:ext cx="27232" cy="532378"/>
              <a:chOff x="3534917" y="4467129"/>
              <a:chExt cx="24765" cy="484156"/>
            </a:xfrm>
          </p:grpSpPr>
          <p:sp>
            <p:nvSpPr>
              <p:cNvPr id="775" name="Google Shape;775;p28"/>
              <p:cNvSpPr/>
              <p:nvPr/>
            </p:nvSpPr>
            <p:spPr>
              <a:xfrm>
                <a:off x="3547300" y="4478845"/>
                <a:ext cx="9525" cy="460724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60724" extrusionOk="0">
                    <a:moveTo>
                      <a:pt x="0" y="460724"/>
                    </a:moveTo>
                    <a:lnTo>
                      <a:pt x="0" y="0"/>
                    </a:lnTo>
                  </a:path>
                </a:pathLst>
              </a:custGeom>
              <a:noFill/>
              <a:ln w="10950" cap="flat" cmpd="sng">
                <a:solidFill>
                  <a:schemeClr val="accent4"/>
                </a:solidFill>
                <a:prstDash val="dashDot"/>
                <a:miter lim="8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776" name="Google Shape;776;p28"/>
              <p:cNvSpPr/>
              <p:nvPr/>
            </p:nvSpPr>
            <p:spPr>
              <a:xfrm>
                <a:off x="3534917" y="4926520"/>
                <a:ext cx="24765" cy="24765"/>
              </a:xfrm>
              <a:custGeom>
                <a:avLst/>
                <a:gdLst/>
                <a:ahLst/>
                <a:cxnLst/>
                <a:rect l="l" t="t" r="r" b="b"/>
                <a:pathLst>
                  <a:path w="24765" h="24765" extrusionOk="0">
                    <a:moveTo>
                      <a:pt x="24765" y="12382"/>
                    </a:moveTo>
                    <a:cubicBezTo>
                      <a:pt x="24765" y="19240"/>
                      <a:pt x="19241" y="24765"/>
                      <a:pt x="12383" y="24765"/>
                    </a:cubicBezTo>
                    <a:cubicBezTo>
                      <a:pt x="5525" y="24765"/>
                      <a:pt x="0" y="19240"/>
                      <a:pt x="0" y="12382"/>
                    </a:cubicBezTo>
                    <a:cubicBezTo>
                      <a:pt x="0" y="5524"/>
                      <a:pt x="5525" y="0"/>
                      <a:pt x="12383" y="0"/>
                    </a:cubicBezTo>
                    <a:cubicBezTo>
                      <a:pt x="19241" y="0"/>
                      <a:pt x="24765" y="5524"/>
                      <a:pt x="24765" y="12382"/>
                    </a:cubicBezTo>
                    <a:close/>
                  </a:path>
                </a:pathLst>
              </a:custGeom>
              <a:solidFill>
                <a:srgbClr val="6F7082"/>
              </a:solidFill>
              <a:ln w="9525" cap="flat" cmpd="sng">
                <a:solidFill>
                  <a:schemeClr val="accent4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777" name="Google Shape;777;p28"/>
              <p:cNvSpPr/>
              <p:nvPr/>
            </p:nvSpPr>
            <p:spPr>
              <a:xfrm>
                <a:off x="3534917" y="4467129"/>
                <a:ext cx="24765" cy="24765"/>
              </a:xfrm>
              <a:custGeom>
                <a:avLst/>
                <a:gdLst/>
                <a:ahLst/>
                <a:cxnLst/>
                <a:rect l="l" t="t" r="r" b="b"/>
                <a:pathLst>
                  <a:path w="24765" h="24765" extrusionOk="0">
                    <a:moveTo>
                      <a:pt x="24765" y="12383"/>
                    </a:moveTo>
                    <a:cubicBezTo>
                      <a:pt x="24765" y="5525"/>
                      <a:pt x="19241" y="0"/>
                      <a:pt x="12383" y="0"/>
                    </a:cubicBezTo>
                    <a:cubicBezTo>
                      <a:pt x="5525" y="0"/>
                      <a:pt x="0" y="5525"/>
                      <a:pt x="0" y="12383"/>
                    </a:cubicBezTo>
                    <a:cubicBezTo>
                      <a:pt x="0" y="19241"/>
                      <a:pt x="5525" y="24765"/>
                      <a:pt x="12383" y="24765"/>
                    </a:cubicBezTo>
                    <a:cubicBezTo>
                      <a:pt x="19241" y="24765"/>
                      <a:pt x="24765" y="19241"/>
                      <a:pt x="24765" y="12383"/>
                    </a:cubicBezTo>
                    <a:close/>
                  </a:path>
                </a:pathLst>
              </a:custGeom>
              <a:solidFill>
                <a:srgbClr val="6F7082"/>
              </a:solidFill>
              <a:ln w="9525" cap="flat" cmpd="sng">
                <a:solidFill>
                  <a:schemeClr val="accent4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778" name="Google Shape;778;p28"/>
            <p:cNvGrpSpPr/>
            <p:nvPr/>
          </p:nvGrpSpPr>
          <p:grpSpPr>
            <a:xfrm>
              <a:off x="5643247" y="2277185"/>
              <a:ext cx="749418" cy="303868"/>
              <a:chOff x="3680531" y="4341375"/>
              <a:chExt cx="681537" cy="276344"/>
            </a:xfrm>
          </p:grpSpPr>
          <p:sp>
            <p:nvSpPr>
              <p:cNvPr id="779" name="Google Shape;779;p28"/>
              <p:cNvSpPr/>
              <p:nvPr/>
            </p:nvSpPr>
            <p:spPr>
              <a:xfrm>
                <a:off x="3692461" y="4353401"/>
                <a:ext cx="657796" cy="251936"/>
              </a:xfrm>
              <a:custGeom>
                <a:avLst/>
                <a:gdLst/>
                <a:ahLst/>
                <a:cxnLst/>
                <a:rect l="l" t="t" r="r" b="b"/>
                <a:pathLst>
                  <a:path w="657796" h="251936" extrusionOk="0">
                    <a:moveTo>
                      <a:pt x="0" y="0"/>
                    </a:moveTo>
                    <a:lnTo>
                      <a:pt x="217075" y="217075"/>
                    </a:lnTo>
                    <a:cubicBezTo>
                      <a:pt x="239363" y="239363"/>
                      <a:pt x="269653" y="251936"/>
                      <a:pt x="301180" y="251936"/>
                    </a:cubicBezTo>
                    <a:lnTo>
                      <a:pt x="657797" y="251936"/>
                    </a:lnTo>
                  </a:path>
                </a:pathLst>
              </a:custGeom>
              <a:noFill/>
              <a:ln w="10950" cap="flat" cmpd="sng">
                <a:solidFill>
                  <a:schemeClr val="accent4"/>
                </a:solidFill>
                <a:prstDash val="dashDot"/>
                <a:miter lim="8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780" name="Google Shape;780;p28"/>
              <p:cNvSpPr/>
              <p:nvPr/>
            </p:nvSpPr>
            <p:spPr>
              <a:xfrm>
                <a:off x="3680531" y="4341375"/>
                <a:ext cx="24812" cy="24812"/>
              </a:xfrm>
              <a:custGeom>
                <a:avLst/>
                <a:gdLst/>
                <a:ahLst/>
                <a:cxnLst/>
                <a:rect l="l" t="t" r="r" b="b"/>
                <a:pathLst>
                  <a:path w="24812" h="24812" extrusionOk="0">
                    <a:moveTo>
                      <a:pt x="3643" y="21169"/>
                    </a:moveTo>
                    <a:cubicBezTo>
                      <a:pt x="-1214" y="16312"/>
                      <a:pt x="-1214" y="8501"/>
                      <a:pt x="3643" y="3643"/>
                    </a:cubicBezTo>
                    <a:cubicBezTo>
                      <a:pt x="8501" y="-1214"/>
                      <a:pt x="16312" y="-1214"/>
                      <a:pt x="21169" y="3643"/>
                    </a:cubicBezTo>
                    <a:cubicBezTo>
                      <a:pt x="26027" y="8501"/>
                      <a:pt x="26027" y="16312"/>
                      <a:pt x="21169" y="21169"/>
                    </a:cubicBezTo>
                    <a:cubicBezTo>
                      <a:pt x="16312" y="26027"/>
                      <a:pt x="8501" y="26027"/>
                      <a:pt x="3643" y="21169"/>
                    </a:cubicBezTo>
                    <a:close/>
                  </a:path>
                </a:pathLst>
              </a:custGeom>
              <a:solidFill>
                <a:srgbClr val="6F7082"/>
              </a:solidFill>
              <a:ln w="9525" cap="flat" cmpd="sng">
                <a:solidFill>
                  <a:schemeClr val="accent4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781" name="Google Shape;781;p28"/>
              <p:cNvSpPr/>
              <p:nvPr/>
            </p:nvSpPr>
            <p:spPr>
              <a:xfrm>
                <a:off x="4337303" y="4592955"/>
                <a:ext cx="24765" cy="24764"/>
              </a:xfrm>
              <a:custGeom>
                <a:avLst/>
                <a:gdLst/>
                <a:ahLst/>
                <a:cxnLst/>
                <a:rect l="l" t="t" r="r" b="b"/>
                <a:pathLst>
                  <a:path w="24765" h="24764" extrusionOk="0">
                    <a:moveTo>
                      <a:pt x="12383" y="24765"/>
                    </a:moveTo>
                    <a:cubicBezTo>
                      <a:pt x="19241" y="24765"/>
                      <a:pt x="24765" y="19240"/>
                      <a:pt x="24765" y="12382"/>
                    </a:cubicBezTo>
                    <a:cubicBezTo>
                      <a:pt x="24765" y="5524"/>
                      <a:pt x="19241" y="0"/>
                      <a:pt x="12383" y="0"/>
                    </a:cubicBezTo>
                    <a:cubicBezTo>
                      <a:pt x="5525" y="0"/>
                      <a:pt x="0" y="5524"/>
                      <a:pt x="0" y="12382"/>
                    </a:cubicBezTo>
                    <a:cubicBezTo>
                      <a:pt x="0" y="19240"/>
                      <a:pt x="5525" y="24765"/>
                      <a:pt x="12383" y="24765"/>
                    </a:cubicBezTo>
                    <a:close/>
                  </a:path>
                </a:pathLst>
              </a:custGeom>
              <a:solidFill>
                <a:srgbClr val="6F7082"/>
              </a:solidFill>
              <a:ln w="9525" cap="flat" cmpd="sng">
                <a:solidFill>
                  <a:schemeClr val="accent4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782" name="Google Shape;782;p28"/>
            <p:cNvGrpSpPr/>
            <p:nvPr/>
          </p:nvGrpSpPr>
          <p:grpSpPr>
            <a:xfrm>
              <a:off x="8163164" y="4027994"/>
              <a:ext cx="202142" cy="355685"/>
              <a:chOff x="7613332" y="5933598"/>
              <a:chExt cx="183832" cy="323468"/>
            </a:xfrm>
          </p:grpSpPr>
          <p:sp>
            <p:nvSpPr>
              <p:cNvPr id="783" name="Google Shape;783;p28"/>
              <p:cNvSpPr/>
              <p:nvPr/>
            </p:nvSpPr>
            <p:spPr>
              <a:xfrm>
                <a:off x="7613332" y="5933598"/>
                <a:ext cx="183832" cy="323468"/>
              </a:xfrm>
              <a:custGeom>
                <a:avLst/>
                <a:gdLst/>
                <a:ahLst/>
                <a:cxnLst/>
                <a:rect l="l" t="t" r="r" b="b"/>
                <a:pathLst>
                  <a:path w="183832" h="323468" extrusionOk="0">
                    <a:moveTo>
                      <a:pt x="91916" y="323469"/>
                    </a:moveTo>
                    <a:lnTo>
                      <a:pt x="91916" y="323469"/>
                    </a:lnTo>
                    <a:cubicBezTo>
                      <a:pt x="41339" y="323469"/>
                      <a:pt x="0" y="282130"/>
                      <a:pt x="0" y="231553"/>
                    </a:cubicBezTo>
                    <a:lnTo>
                      <a:pt x="0" y="91916"/>
                    </a:lnTo>
                    <a:cubicBezTo>
                      <a:pt x="0" y="41338"/>
                      <a:pt x="41339" y="0"/>
                      <a:pt x="91916" y="0"/>
                    </a:cubicBezTo>
                    <a:lnTo>
                      <a:pt x="91916" y="0"/>
                    </a:lnTo>
                    <a:cubicBezTo>
                      <a:pt x="142494" y="0"/>
                      <a:pt x="183832" y="41338"/>
                      <a:pt x="183832" y="91916"/>
                    </a:cubicBezTo>
                    <a:lnTo>
                      <a:pt x="183832" y="231553"/>
                    </a:lnTo>
                    <a:cubicBezTo>
                      <a:pt x="183832" y="282130"/>
                      <a:pt x="142494" y="323469"/>
                      <a:pt x="91916" y="323469"/>
                    </a:cubicBez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784" name="Google Shape;784;p28"/>
              <p:cNvSpPr/>
              <p:nvPr/>
            </p:nvSpPr>
            <p:spPr>
              <a:xfrm>
                <a:off x="7699533" y="5961602"/>
                <a:ext cx="11430" cy="54101"/>
              </a:xfrm>
              <a:custGeom>
                <a:avLst/>
                <a:gdLst/>
                <a:ahLst/>
                <a:cxnLst/>
                <a:rect l="l" t="t" r="r" b="b"/>
                <a:pathLst>
                  <a:path w="11430" h="54101" extrusionOk="0">
                    <a:moveTo>
                      <a:pt x="5715" y="54102"/>
                    </a:moveTo>
                    <a:lnTo>
                      <a:pt x="5715" y="54102"/>
                    </a:lnTo>
                    <a:cubicBezTo>
                      <a:pt x="2572" y="54102"/>
                      <a:pt x="0" y="51530"/>
                      <a:pt x="0" y="48387"/>
                    </a:cubicBezTo>
                    <a:lnTo>
                      <a:pt x="0" y="5715"/>
                    </a:lnTo>
                    <a:cubicBezTo>
                      <a:pt x="0" y="2571"/>
                      <a:pt x="2572" y="0"/>
                      <a:pt x="5715" y="0"/>
                    </a:cubicBezTo>
                    <a:lnTo>
                      <a:pt x="5715" y="0"/>
                    </a:lnTo>
                    <a:cubicBezTo>
                      <a:pt x="8859" y="0"/>
                      <a:pt x="11430" y="2571"/>
                      <a:pt x="11430" y="5715"/>
                    </a:cubicBezTo>
                    <a:lnTo>
                      <a:pt x="11430" y="48387"/>
                    </a:lnTo>
                    <a:cubicBezTo>
                      <a:pt x="11430" y="51530"/>
                      <a:pt x="8859" y="54102"/>
                      <a:pt x="5715" y="54102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785" name="Google Shape;785;p28"/>
            <p:cNvGrpSpPr/>
            <p:nvPr/>
          </p:nvGrpSpPr>
          <p:grpSpPr>
            <a:xfrm>
              <a:off x="6427831" y="3923439"/>
              <a:ext cx="1533857" cy="564092"/>
              <a:chOff x="6546554" y="3679108"/>
              <a:chExt cx="1256642" cy="462143"/>
            </a:xfrm>
          </p:grpSpPr>
          <p:sp>
            <p:nvSpPr>
              <p:cNvPr id="786" name="Google Shape;786;p28"/>
              <p:cNvSpPr/>
              <p:nvPr/>
            </p:nvSpPr>
            <p:spPr>
              <a:xfrm>
                <a:off x="6546554" y="3679108"/>
                <a:ext cx="1256642" cy="462143"/>
              </a:xfrm>
              <a:custGeom>
                <a:avLst/>
                <a:gdLst/>
                <a:ahLst/>
                <a:cxnLst/>
                <a:rect l="l" t="t" r="r" b="b"/>
                <a:pathLst>
                  <a:path w="1396269" h="513492" extrusionOk="0">
                    <a:moveTo>
                      <a:pt x="1334738" y="0"/>
                    </a:moveTo>
                    <a:cubicBezTo>
                      <a:pt x="1368721" y="0"/>
                      <a:pt x="1396270" y="27548"/>
                      <a:pt x="1396270" y="61531"/>
                    </a:cubicBezTo>
                    <a:lnTo>
                      <a:pt x="1396270" y="451961"/>
                    </a:lnTo>
                    <a:cubicBezTo>
                      <a:pt x="1396270" y="485944"/>
                      <a:pt x="1368722" y="513493"/>
                      <a:pt x="1334738" y="513493"/>
                    </a:cubicBezTo>
                    <a:lnTo>
                      <a:pt x="61532" y="513493"/>
                    </a:lnTo>
                    <a:cubicBezTo>
                      <a:pt x="27549" y="513493"/>
                      <a:pt x="0" y="485944"/>
                      <a:pt x="0" y="451961"/>
                    </a:cubicBezTo>
                    <a:lnTo>
                      <a:pt x="0" y="61531"/>
                    </a:lnTo>
                    <a:cubicBezTo>
                      <a:pt x="0" y="27549"/>
                      <a:pt x="27548" y="0"/>
                      <a:pt x="61532" y="0"/>
                    </a:cubicBez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787" name="Google Shape;787;p28"/>
              <p:cNvSpPr/>
              <p:nvPr/>
            </p:nvSpPr>
            <p:spPr>
              <a:xfrm>
                <a:off x="6661108" y="3712144"/>
                <a:ext cx="69522" cy="69522"/>
              </a:xfrm>
              <a:custGeom>
                <a:avLst/>
                <a:gdLst/>
                <a:ahLst/>
                <a:cxnLst/>
                <a:rect l="l" t="t" r="r" b="b"/>
                <a:pathLst>
                  <a:path w="77247" h="77247" extrusionOk="0">
                    <a:moveTo>
                      <a:pt x="0" y="0"/>
                    </a:moveTo>
                    <a:lnTo>
                      <a:pt x="77248" y="0"/>
                    </a:lnTo>
                    <a:lnTo>
                      <a:pt x="77248" y="77248"/>
                    </a:lnTo>
                    <a:lnTo>
                      <a:pt x="0" y="77248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grpSp>
            <p:nvGrpSpPr>
              <p:cNvPr id="788" name="Google Shape;788;p28"/>
              <p:cNvGrpSpPr/>
              <p:nvPr/>
            </p:nvGrpSpPr>
            <p:grpSpPr>
              <a:xfrm>
                <a:off x="6805960" y="3712311"/>
                <a:ext cx="391811" cy="69592"/>
                <a:chOff x="6322885" y="5875210"/>
                <a:chExt cx="434911" cy="77247"/>
              </a:xfrm>
            </p:grpSpPr>
            <p:sp>
              <p:nvSpPr>
                <p:cNvPr id="789" name="Google Shape;789;p28"/>
                <p:cNvSpPr/>
                <p:nvPr/>
              </p:nvSpPr>
              <p:spPr>
                <a:xfrm>
                  <a:off x="6322885" y="5875210"/>
                  <a:ext cx="77247" cy="7724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7247" h="77247" extrusionOk="0">
                      <a:moveTo>
                        <a:pt x="0" y="0"/>
                      </a:moveTo>
                      <a:lnTo>
                        <a:pt x="77248" y="0"/>
                      </a:lnTo>
                      <a:lnTo>
                        <a:pt x="77248" y="77248"/>
                      </a:lnTo>
                      <a:lnTo>
                        <a:pt x="0" y="77248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790" name="Google Shape;790;p28"/>
                <p:cNvSpPr/>
                <p:nvPr/>
              </p:nvSpPr>
              <p:spPr>
                <a:xfrm>
                  <a:off x="6412325" y="5875210"/>
                  <a:ext cx="77247" cy="7724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7247" h="77247" extrusionOk="0">
                      <a:moveTo>
                        <a:pt x="0" y="0"/>
                      </a:moveTo>
                      <a:lnTo>
                        <a:pt x="77248" y="0"/>
                      </a:lnTo>
                      <a:lnTo>
                        <a:pt x="77248" y="77248"/>
                      </a:lnTo>
                      <a:lnTo>
                        <a:pt x="0" y="77248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791" name="Google Shape;791;p28"/>
                <p:cNvSpPr/>
                <p:nvPr/>
              </p:nvSpPr>
              <p:spPr>
                <a:xfrm>
                  <a:off x="6501765" y="5875210"/>
                  <a:ext cx="77247" cy="7724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7247" h="77247" extrusionOk="0">
                      <a:moveTo>
                        <a:pt x="0" y="0"/>
                      </a:moveTo>
                      <a:lnTo>
                        <a:pt x="77247" y="0"/>
                      </a:lnTo>
                      <a:lnTo>
                        <a:pt x="77247" y="77248"/>
                      </a:lnTo>
                      <a:lnTo>
                        <a:pt x="0" y="77248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792" name="Google Shape;792;p28"/>
                <p:cNvSpPr/>
                <p:nvPr/>
              </p:nvSpPr>
              <p:spPr>
                <a:xfrm>
                  <a:off x="6591109" y="5875210"/>
                  <a:ext cx="77247" cy="7724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7247" h="77247" extrusionOk="0">
                      <a:moveTo>
                        <a:pt x="0" y="0"/>
                      </a:moveTo>
                      <a:lnTo>
                        <a:pt x="77247" y="0"/>
                      </a:lnTo>
                      <a:lnTo>
                        <a:pt x="77247" y="77248"/>
                      </a:lnTo>
                      <a:lnTo>
                        <a:pt x="0" y="77248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793" name="Google Shape;793;p28"/>
                <p:cNvSpPr/>
                <p:nvPr/>
              </p:nvSpPr>
              <p:spPr>
                <a:xfrm>
                  <a:off x="6680549" y="5875210"/>
                  <a:ext cx="77247" cy="7724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7247" h="77247" extrusionOk="0">
                      <a:moveTo>
                        <a:pt x="0" y="0"/>
                      </a:moveTo>
                      <a:lnTo>
                        <a:pt x="77248" y="0"/>
                      </a:lnTo>
                      <a:lnTo>
                        <a:pt x="77248" y="77248"/>
                      </a:lnTo>
                      <a:lnTo>
                        <a:pt x="0" y="77248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grpSp>
            <p:nvGrpSpPr>
              <p:cNvPr id="794" name="Google Shape;794;p28"/>
              <p:cNvGrpSpPr/>
              <p:nvPr/>
            </p:nvGrpSpPr>
            <p:grpSpPr>
              <a:xfrm>
                <a:off x="7285642" y="3712311"/>
                <a:ext cx="391897" cy="69592"/>
                <a:chOff x="6855333" y="5875210"/>
                <a:chExt cx="435006" cy="77247"/>
              </a:xfrm>
            </p:grpSpPr>
            <p:sp>
              <p:nvSpPr>
                <p:cNvPr id="795" name="Google Shape;795;p28"/>
                <p:cNvSpPr/>
                <p:nvPr/>
              </p:nvSpPr>
              <p:spPr>
                <a:xfrm>
                  <a:off x="6855333" y="5875210"/>
                  <a:ext cx="77247" cy="7724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7247" h="77247" extrusionOk="0">
                      <a:moveTo>
                        <a:pt x="0" y="0"/>
                      </a:moveTo>
                      <a:lnTo>
                        <a:pt x="77247" y="0"/>
                      </a:lnTo>
                      <a:lnTo>
                        <a:pt x="77247" y="77248"/>
                      </a:lnTo>
                      <a:lnTo>
                        <a:pt x="0" y="77248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796" name="Google Shape;796;p28"/>
                <p:cNvSpPr/>
                <p:nvPr/>
              </p:nvSpPr>
              <p:spPr>
                <a:xfrm>
                  <a:off x="6944772" y="5875210"/>
                  <a:ext cx="77247" cy="7724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7247" h="77247" extrusionOk="0">
                      <a:moveTo>
                        <a:pt x="0" y="0"/>
                      </a:moveTo>
                      <a:lnTo>
                        <a:pt x="77247" y="0"/>
                      </a:lnTo>
                      <a:lnTo>
                        <a:pt x="77247" y="77248"/>
                      </a:lnTo>
                      <a:lnTo>
                        <a:pt x="0" y="77248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797" name="Google Shape;797;p28"/>
                <p:cNvSpPr/>
                <p:nvPr/>
              </p:nvSpPr>
              <p:spPr>
                <a:xfrm>
                  <a:off x="7034212" y="5875210"/>
                  <a:ext cx="77247" cy="7724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7247" h="77247" extrusionOk="0">
                      <a:moveTo>
                        <a:pt x="0" y="0"/>
                      </a:moveTo>
                      <a:lnTo>
                        <a:pt x="77248" y="0"/>
                      </a:lnTo>
                      <a:lnTo>
                        <a:pt x="77248" y="77248"/>
                      </a:lnTo>
                      <a:lnTo>
                        <a:pt x="0" y="77248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798" name="Google Shape;798;p28"/>
                <p:cNvSpPr/>
                <p:nvPr/>
              </p:nvSpPr>
              <p:spPr>
                <a:xfrm>
                  <a:off x="7123652" y="5875210"/>
                  <a:ext cx="77247" cy="7724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7247" h="77247" extrusionOk="0">
                      <a:moveTo>
                        <a:pt x="0" y="0"/>
                      </a:moveTo>
                      <a:lnTo>
                        <a:pt x="77248" y="0"/>
                      </a:lnTo>
                      <a:lnTo>
                        <a:pt x="77248" y="77248"/>
                      </a:lnTo>
                      <a:lnTo>
                        <a:pt x="0" y="77248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799" name="Google Shape;799;p28"/>
                <p:cNvSpPr/>
                <p:nvPr/>
              </p:nvSpPr>
              <p:spPr>
                <a:xfrm>
                  <a:off x="7213092" y="5875210"/>
                  <a:ext cx="77247" cy="7724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7247" h="77247" extrusionOk="0">
                      <a:moveTo>
                        <a:pt x="0" y="0"/>
                      </a:moveTo>
                      <a:lnTo>
                        <a:pt x="77248" y="0"/>
                      </a:lnTo>
                      <a:lnTo>
                        <a:pt x="77248" y="77248"/>
                      </a:lnTo>
                      <a:lnTo>
                        <a:pt x="0" y="77248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grpSp>
            <p:nvGrpSpPr>
              <p:cNvPr id="800" name="Google Shape;800;p28"/>
              <p:cNvGrpSpPr/>
              <p:nvPr/>
            </p:nvGrpSpPr>
            <p:grpSpPr>
              <a:xfrm>
                <a:off x="6577103" y="3819746"/>
                <a:ext cx="1198690" cy="70794"/>
                <a:chOff x="6068853" y="5994463"/>
                <a:chExt cx="1330547" cy="78581"/>
              </a:xfrm>
            </p:grpSpPr>
            <p:sp>
              <p:nvSpPr>
                <p:cNvPr id="801" name="Google Shape;801;p28"/>
                <p:cNvSpPr/>
                <p:nvPr/>
              </p:nvSpPr>
              <p:spPr>
                <a:xfrm>
                  <a:off x="6068853" y="5994463"/>
                  <a:ext cx="78581" cy="7858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8581" h="78581" extrusionOk="0">
                      <a:moveTo>
                        <a:pt x="0" y="0"/>
                      </a:moveTo>
                      <a:lnTo>
                        <a:pt x="78581" y="0"/>
                      </a:lnTo>
                      <a:lnTo>
                        <a:pt x="78581" y="78582"/>
                      </a:lnTo>
                      <a:lnTo>
                        <a:pt x="0" y="78582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802" name="Google Shape;802;p28"/>
                <p:cNvSpPr/>
                <p:nvPr/>
              </p:nvSpPr>
              <p:spPr>
                <a:xfrm>
                  <a:off x="6173152" y="5994463"/>
                  <a:ext cx="78581" cy="7858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8581" h="78581" extrusionOk="0">
                      <a:moveTo>
                        <a:pt x="0" y="0"/>
                      </a:moveTo>
                      <a:lnTo>
                        <a:pt x="78581" y="0"/>
                      </a:lnTo>
                      <a:lnTo>
                        <a:pt x="78581" y="78582"/>
                      </a:lnTo>
                      <a:lnTo>
                        <a:pt x="0" y="78582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803" name="Google Shape;803;p28"/>
                <p:cNvSpPr/>
                <p:nvPr/>
              </p:nvSpPr>
              <p:spPr>
                <a:xfrm>
                  <a:off x="6277451" y="5994463"/>
                  <a:ext cx="78581" cy="7858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8581" h="78581" extrusionOk="0">
                      <a:moveTo>
                        <a:pt x="0" y="0"/>
                      </a:moveTo>
                      <a:lnTo>
                        <a:pt x="78581" y="0"/>
                      </a:lnTo>
                      <a:lnTo>
                        <a:pt x="78581" y="78582"/>
                      </a:lnTo>
                      <a:lnTo>
                        <a:pt x="0" y="78582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804" name="Google Shape;804;p28"/>
                <p:cNvSpPr/>
                <p:nvPr/>
              </p:nvSpPr>
              <p:spPr>
                <a:xfrm>
                  <a:off x="6381845" y="5994463"/>
                  <a:ext cx="78581" cy="7858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8581" h="78581" extrusionOk="0">
                      <a:moveTo>
                        <a:pt x="0" y="0"/>
                      </a:moveTo>
                      <a:lnTo>
                        <a:pt x="78581" y="0"/>
                      </a:lnTo>
                      <a:lnTo>
                        <a:pt x="78581" y="78582"/>
                      </a:lnTo>
                      <a:lnTo>
                        <a:pt x="0" y="78582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805" name="Google Shape;805;p28"/>
                <p:cNvSpPr/>
                <p:nvPr/>
              </p:nvSpPr>
              <p:spPr>
                <a:xfrm>
                  <a:off x="6486144" y="5994463"/>
                  <a:ext cx="78581" cy="7858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8581" h="78581" extrusionOk="0">
                      <a:moveTo>
                        <a:pt x="0" y="0"/>
                      </a:moveTo>
                      <a:lnTo>
                        <a:pt x="78581" y="0"/>
                      </a:lnTo>
                      <a:lnTo>
                        <a:pt x="78581" y="78582"/>
                      </a:lnTo>
                      <a:lnTo>
                        <a:pt x="0" y="78582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806" name="Google Shape;806;p28"/>
                <p:cNvSpPr/>
                <p:nvPr/>
              </p:nvSpPr>
              <p:spPr>
                <a:xfrm>
                  <a:off x="6590442" y="5994463"/>
                  <a:ext cx="78581" cy="7858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8581" h="78581" extrusionOk="0">
                      <a:moveTo>
                        <a:pt x="0" y="0"/>
                      </a:moveTo>
                      <a:lnTo>
                        <a:pt x="78581" y="0"/>
                      </a:lnTo>
                      <a:lnTo>
                        <a:pt x="78581" y="78582"/>
                      </a:lnTo>
                      <a:lnTo>
                        <a:pt x="0" y="78582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807" name="Google Shape;807;p28"/>
                <p:cNvSpPr/>
                <p:nvPr/>
              </p:nvSpPr>
              <p:spPr>
                <a:xfrm>
                  <a:off x="6694836" y="5994463"/>
                  <a:ext cx="78581" cy="7858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8581" h="78581" extrusionOk="0">
                      <a:moveTo>
                        <a:pt x="0" y="0"/>
                      </a:moveTo>
                      <a:lnTo>
                        <a:pt x="78581" y="0"/>
                      </a:lnTo>
                      <a:lnTo>
                        <a:pt x="78581" y="78582"/>
                      </a:lnTo>
                      <a:lnTo>
                        <a:pt x="0" y="78582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808" name="Google Shape;808;p28"/>
                <p:cNvSpPr/>
                <p:nvPr/>
              </p:nvSpPr>
              <p:spPr>
                <a:xfrm>
                  <a:off x="6799135" y="5994463"/>
                  <a:ext cx="78581" cy="7858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8581" h="78581" extrusionOk="0">
                      <a:moveTo>
                        <a:pt x="0" y="0"/>
                      </a:moveTo>
                      <a:lnTo>
                        <a:pt x="78581" y="0"/>
                      </a:lnTo>
                      <a:lnTo>
                        <a:pt x="78581" y="78582"/>
                      </a:lnTo>
                      <a:lnTo>
                        <a:pt x="0" y="78582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809" name="Google Shape;809;p28"/>
                <p:cNvSpPr/>
                <p:nvPr/>
              </p:nvSpPr>
              <p:spPr>
                <a:xfrm>
                  <a:off x="6903434" y="5994463"/>
                  <a:ext cx="78581" cy="7858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8581" h="78581" extrusionOk="0">
                      <a:moveTo>
                        <a:pt x="0" y="0"/>
                      </a:moveTo>
                      <a:lnTo>
                        <a:pt x="78581" y="0"/>
                      </a:lnTo>
                      <a:lnTo>
                        <a:pt x="78581" y="78582"/>
                      </a:lnTo>
                      <a:lnTo>
                        <a:pt x="0" y="78582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810" name="Google Shape;810;p28"/>
                <p:cNvSpPr/>
                <p:nvPr/>
              </p:nvSpPr>
              <p:spPr>
                <a:xfrm>
                  <a:off x="7007828" y="5994463"/>
                  <a:ext cx="78581" cy="7858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8581" h="78581" extrusionOk="0">
                      <a:moveTo>
                        <a:pt x="0" y="0"/>
                      </a:moveTo>
                      <a:lnTo>
                        <a:pt x="78581" y="0"/>
                      </a:lnTo>
                      <a:lnTo>
                        <a:pt x="78581" y="78582"/>
                      </a:lnTo>
                      <a:lnTo>
                        <a:pt x="0" y="78582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811" name="Google Shape;811;p28"/>
                <p:cNvSpPr/>
                <p:nvPr/>
              </p:nvSpPr>
              <p:spPr>
                <a:xfrm>
                  <a:off x="7112126" y="5994463"/>
                  <a:ext cx="78581" cy="7858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8581" h="78581" extrusionOk="0">
                      <a:moveTo>
                        <a:pt x="0" y="0"/>
                      </a:moveTo>
                      <a:lnTo>
                        <a:pt x="78581" y="0"/>
                      </a:lnTo>
                      <a:lnTo>
                        <a:pt x="78581" y="78582"/>
                      </a:lnTo>
                      <a:lnTo>
                        <a:pt x="0" y="78582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812" name="Google Shape;812;p28"/>
                <p:cNvSpPr/>
                <p:nvPr/>
              </p:nvSpPr>
              <p:spPr>
                <a:xfrm>
                  <a:off x="7216425" y="5994463"/>
                  <a:ext cx="78581" cy="7858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8581" h="78581" extrusionOk="0">
                      <a:moveTo>
                        <a:pt x="0" y="0"/>
                      </a:moveTo>
                      <a:lnTo>
                        <a:pt x="78581" y="0"/>
                      </a:lnTo>
                      <a:lnTo>
                        <a:pt x="78581" y="78582"/>
                      </a:lnTo>
                      <a:lnTo>
                        <a:pt x="0" y="78582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813" name="Google Shape;813;p28"/>
                <p:cNvSpPr/>
                <p:nvPr/>
              </p:nvSpPr>
              <p:spPr>
                <a:xfrm>
                  <a:off x="7320819" y="5994463"/>
                  <a:ext cx="78581" cy="7858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8581" h="78581" extrusionOk="0">
                      <a:moveTo>
                        <a:pt x="0" y="0"/>
                      </a:moveTo>
                      <a:lnTo>
                        <a:pt x="78582" y="0"/>
                      </a:lnTo>
                      <a:lnTo>
                        <a:pt x="78582" y="78582"/>
                      </a:lnTo>
                      <a:lnTo>
                        <a:pt x="0" y="78582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grpSp>
            <p:nvGrpSpPr>
              <p:cNvPr id="814" name="Google Shape;814;p28"/>
              <p:cNvGrpSpPr/>
              <p:nvPr/>
            </p:nvGrpSpPr>
            <p:grpSpPr>
              <a:xfrm>
                <a:off x="6577103" y="3995572"/>
                <a:ext cx="1198690" cy="70794"/>
                <a:chOff x="6068853" y="6189630"/>
                <a:chExt cx="1330547" cy="78581"/>
              </a:xfrm>
            </p:grpSpPr>
            <p:sp>
              <p:nvSpPr>
                <p:cNvPr id="815" name="Google Shape;815;p28"/>
                <p:cNvSpPr/>
                <p:nvPr/>
              </p:nvSpPr>
              <p:spPr>
                <a:xfrm>
                  <a:off x="6068853" y="6189630"/>
                  <a:ext cx="78581" cy="7858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8581" h="78581" extrusionOk="0">
                      <a:moveTo>
                        <a:pt x="0" y="0"/>
                      </a:moveTo>
                      <a:lnTo>
                        <a:pt x="78581" y="0"/>
                      </a:lnTo>
                      <a:lnTo>
                        <a:pt x="78581" y="78581"/>
                      </a:lnTo>
                      <a:lnTo>
                        <a:pt x="0" y="78581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816" name="Google Shape;816;p28"/>
                <p:cNvSpPr/>
                <p:nvPr/>
              </p:nvSpPr>
              <p:spPr>
                <a:xfrm>
                  <a:off x="6173152" y="6189630"/>
                  <a:ext cx="78581" cy="7858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8581" h="78581" extrusionOk="0">
                      <a:moveTo>
                        <a:pt x="0" y="0"/>
                      </a:moveTo>
                      <a:lnTo>
                        <a:pt x="78581" y="0"/>
                      </a:lnTo>
                      <a:lnTo>
                        <a:pt x="78581" y="78581"/>
                      </a:lnTo>
                      <a:lnTo>
                        <a:pt x="0" y="78581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817" name="Google Shape;817;p28"/>
                <p:cNvSpPr/>
                <p:nvPr/>
              </p:nvSpPr>
              <p:spPr>
                <a:xfrm>
                  <a:off x="6277451" y="6189630"/>
                  <a:ext cx="497300" cy="7858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97300" h="78581" extrusionOk="0">
                      <a:moveTo>
                        <a:pt x="0" y="0"/>
                      </a:moveTo>
                      <a:lnTo>
                        <a:pt x="497300" y="0"/>
                      </a:lnTo>
                      <a:lnTo>
                        <a:pt x="497300" y="78581"/>
                      </a:lnTo>
                      <a:lnTo>
                        <a:pt x="0" y="78581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818" name="Google Shape;818;p28"/>
                <p:cNvSpPr/>
                <p:nvPr/>
              </p:nvSpPr>
              <p:spPr>
                <a:xfrm>
                  <a:off x="6799135" y="6189630"/>
                  <a:ext cx="78581" cy="7858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8581" h="78581" extrusionOk="0">
                      <a:moveTo>
                        <a:pt x="0" y="0"/>
                      </a:moveTo>
                      <a:lnTo>
                        <a:pt x="78581" y="0"/>
                      </a:lnTo>
                      <a:lnTo>
                        <a:pt x="78581" y="78581"/>
                      </a:lnTo>
                      <a:lnTo>
                        <a:pt x="0" y="78581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819" name="Google Shape;819;p28"/>
                <p:cNvSpPr/>
                <p:nvPr/>
              </p:nvSpPr>
              <p:spPr>
                <a:xfrm>
                  <a:off x="6903434" y="6189630"/>
                  <a:ext cx="78581" cy="7858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8581" h="78581" extrusionOk="0">
                      <a:moveTo>
                        <a:pt x="0" y="0"/>
                      </a:moveTo>
                      <a:lnTo>
                        <a:pt x="78581" y="0"/>
                      </a:lnTo>
                      <a:lnTo>
                        <a:pt x="78581" y="78581"/>
                      </a:lnTo>
                      <a:lnTo>
                        <a:pt x="0" y="78581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820" name="Google Shape;820;p28"/>
                <p:cNvSpPr/>
                <p:nvPr/>
              </p:nvSpPr>
              <p:spPr>
                <a:xfrm>
                  <a:off x="7007828" y="6189630"/>
                  <a:ext cx="78581" cy="7858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8581" h="78581" extrusionOk="0">
                      <a:moveTo>
                        <a:pt x="0" y="0"/>
                      </a:moveTo>
                      <a:lnTo>
                        <a:pt x="78581" y="0"/>
                      </a:lnTo>
                      <a:lnTo>
                        <a:pt x="78581" y="78581"/>
                      </a:lnTo>
                      <a:lnTo>
                        <a:pt x="0" y="78581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821" name="Google Shape;821;p28"/>
                <p:cNvSpPr/>
                <p:nvPr/>
              </p:nvSpPr>
              <p:spPr>
                <a:xfrm>
                  <a:off x="7112126" y="6189630"/>
                  <a:ext cx="78581" cy="7858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8581" h="78581" extrusionOk="0">
                      <a:moveTo>
                        <a:pt x="0" y="0"/>
                      </a:moveTo>
                      <a:lnTo>
                        <a:pt x="78581" y="0"/>
                      </a:lnTo>
                      <a:lnTo>
                        <a:pt x="78581" y="78581"/>
                      </a:lnTo>
                      <a:lnTo>
                        <a:pt x="0" y="78581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822" name="Google Shape;822;p28"/>
                <p:cNvSpPr/>
                <p:nvPr/>
              </p:nvSpPr>
              <p:spPr>
                <a:xfrm>
                  <a:off x="7216425" y="6189630"/>
                  <a:ext cx="78581" cy="7858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8581" h="78581" extrusionOk="0">
                      <a:moveTo>
                        <a:pt x="0" y="0"/>
                      </a:moveTo>
                      <a:lnTo>
                        <a:pt x="78581" y="0"/>
                      </a:lnTo>
                      <a:lnTo>
                        <a:pt x="78581" y="78581"/>
                      </a:lnTo>
                      <a:lnTo>
                        <a:pt x="0" y="78581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823" name="Google Shape;823;p28"/>
                <p:cNvSpPr/>
                <p:nvPr/>
              </p:nvSpPr>
              <p:spPr>
                <a:xfrm>
                  <a:off x="7320819" y="6189630"/>
                  <a:ext cx="78581" cy="7858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8581" h="78581" extrusionOk="0">
                      <a:moveTo>
                        <a:pt x="0" y="0"/>
                      </a:moveTo>
                      <a:lnTo>
                        <a:pt x="78582" y="0"/>
                      </a:lnTo>
                      <a:lnTo>
                        <a:pt x="78582" y="78581"/>
                      </a:lnTo>
                      <a:lnTo>
                        <a:pt x="0" y="78581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grpSp>
            <p:nvGrpSpPr>
              <p:cNvPr id="824" name="Google Shape;824;p28"/>
              <p:cNvGrpSpPr/>
              <p:nvPr/>
            </p:nvGrpSpPr>
            <p:grpSpPr>
              <a:xfrm>
                <a:off x="6622239" y="3908904"/>
                <a:ext cx="1104727" cy="70794"/>
                <a:chOff x="6118955" y="6093428"/>
                <a:chExt cx="1226248" cy="78581"/>
              </a:xfrm>
            </p:grpSpPr>
            <p:sp>
              <p:nvSpPr>
                <p:cNvPr id="825" name="Google Shape;825;p28"/>
                <p:cNvSpPr/>
                <p:nvPr/>
              </p:nvSpPr>
              <p:spPr>
                <a:xfrm>
                  <a:off x="6118955" y="6093428"/>
                  <a:ext cx="78581" cy="7858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8581" h="78581" extrusionOk="0">
                      <a:moveTo>
                        <a:pt x="0" y="0"/>
                      </a:moveTo>
                      <a:lnTo>
                        <a:pt x="78581" y="0"/>
                      </a:lnTo>
                      <a:lnTo>
                        <a:pt x="78581" y="78581"/>
                      </a:lnTo>
                      <a:lnTo>
                        <a:pt x="0" y="78581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826" name="Google Shape;826;p28"/>
                <p:cNvSpPr/>
                <p:nvPr/>
              </p:nvSpPr>
              <p:spPr>
                <a:xfrm>
                  <a:off x="6223254" y="6093428"/>
                  <a:ext cx="78581" cy="7858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8581" h="78581" extrusionOk="0">
                      <a:moveTo>
                        <a:pt x="0" y="0"/>
                      </a:moveTo>
                      <a:lnTo>
                        <a:pt x="78581" y="0"/>
                      </a:lnTo>
                      <a:lnTo>
                        <a:pt x="78581" y="78581"/>
                      </a:lnTo>
                      <a:lnTo>
                        <a:pt x="0" y="78581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827" name="Google Shape;827;p28"/>
                <p:cNvSpPr/>
                <p:nvPr/>
              </p:nvSpPr>
              <p:spPr>
                <a:xfrm>
                  <a:off x="6327648" y="6093428"/>
                  <a:ext cx="78581" cy="7858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8581" h="78581" extrusionOk="0">
                      <a:moveTo>
                        <a:pt x="0" y="0"/>
                      </a:moveTo>
                      <a:lnTo>
                        <a:pt x="78581" y="0"/>
                      </a:lnTo>
                      <a:lnTo>
                        <a:pt x="78581" y="78581"/>
                      </a:lnTo>
                      <a:lnTo>
                        <a:pt x="0" y="78581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828" name="Google Shape;828;p28"/>
                <p:cNvSpPr/>
                <p:nvPr/>
              </p:nvSpPr>
              <p:spPr>
                <a:xfrm>
                  <a:off x="6431946" y="6093428"/>
                  <a:ext cx="78581" cy="7858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8581" h="78581" extrusionOk="0">
                      <a:moveTo>
                        <a:pt x="0" y="0"/>
                      </a:moveTo>
                      <a:lnTo>
                        <a:pt x="78581" y="0"/>
                      </a:lnTo>
                      <a:lnTo>
                        <a:pt x="78581" y="78581"/>
                      </a:lnTo>
                      <a:lnTo>
                        <a:pt x="0" y="78581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829" name="Google Shape;829;p28"/>
                <p:cNvSpPr/>
                <p:nvPr/>
              </p:nvSpPr>
              <p:spPr>
                <a:xfrm>
                  <a:off x="6536245" y="6093428"/>
                  <a:ext cx="78581" cy="7858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8581" h="78581" extrusionOk="0">
                      <a:moveTo>
                        <a:pt x="0" y="0"/>
                      </a:moveTo>
                      <a:lnTo>
                        <a:pt x="78581" y="0"/>
                      </a:lnTo>
                      <a:lnTo>
                        <a:pt x="78581" y="78581"/>
                      </a:lnTo>
                      <a:lnTo>
                        <a:pt x="0" y="78581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830" name="Google Shape;830;p28"/>
                <p:cNvSpPr/>
                <p:nvPr/>
              </p:nvSpPr>
              <p:spPr>
                <a:xfrm>
                  <a:off x="6640639" y="6093428"/>
                  <a:ext cx="78581" cy="7858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8581" h="78581" extrusionOk="0">
                      <a:moveTo>
                        <a:pt x="0" y="0"/>
                      </a:moveTo>
                      <a:lnTo>
                        <a:pt x="78581" y="0"/>
                      </a:lnTo>
                      <a:lnTo>
                        <a:pt x="78581" y="78581"/>
                      </a:lnTo>
                      <a:lnTo>
                        <a:pt x="0" y="78581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831" name="Google Shape;831;p28"/>
                <p:cNvSpPr/>
                <p:nvPr/>
              </p:nvSpPr>
              <p:spPr>
                <a:xfrm>
                  <a:off x="6744938" y="6093428"/>
                  <a:ext cx="78581" cy="7858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8581" h="78581" extrusionOk="0">
                      <a:moveTo>
                        <a:pt x="0" y="0"/>
                      </a:moveTo>
                      <a:lnTo>
                        <a:pt x="78581" y="0"/>
                      </a:lnTo>
                      <a:lnTo>
                        <a:pt x="78581" y="78581"/>
                      </a:lnTo>
                      <a:lnTo>
                        <a:pt x="0" y="78581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832" name="Google Shape;832;p28"/>
                <p:cNvSpPr/>
                <p:nvPr/>
              </p:nvSpPr>
              <p:spPr>
                <a:xfrm>
                  <a:off x="6849237" y="6093428"/>
                  <a:ext cx="78581" cy="7858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8581" h="78581" extrusionOk="0">
                      <a:moveTo>
                        <a:pt x="0" y="0"/>
                      </a:moveTo>
                      <a:lnTo>
                        <a:pt x="78581" y="0"/>
                      </a:lnTo>
                      <a:lnTo>
                        <a:pt x="78581" y="78581"/>
                      </a:lnTo>
                      <a:lnTo>
                        <a:pt x="0" y="78581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833" name="Google Shape;833;p28"/>
                <p:cNvSpPr/>
                <p:nvPr/>
              </p:nvSpPr>
              <p:spPr>
                <a:xfrm>
                  <a:off x="6953631" y="6093428"/>
                  <a:ext cx="78581" cy="7858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8581" h="78581" extrusionOk="0">
                      <a:moveTo>
                        <a:pt x="0" y="0"/>
                      </a:moveTo>
                      <a:lnTo>
                        <a:pt x="78581" y="0"/>
                      </a:lnTo>
                      <a:lnTo>
                        <a:pt x="78581" y="78581"/>
                      </a:lnTo>
                      <a:lnTo>
                        <a:pt x="0" y="78581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834" name="Google Shape;834;p28"/>
                <p:cNvSpPr/>
                <p:nvPr/>
              </p:nvSpPr>
              <p:spPr>
                <a:xfrm>
                  <a:off x="7057929" y="6093428"/>
                  <a:ext cx="78581" cy="7858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8581" h="78581" extrusionOk="0">
                      <a:moveTo>
                        <a:pt x="0" y="0"/>
                      </a:moveTo>
                      <a:lnTo>
                        <a:pt x="78581" y="0"/>
                      </a:lnTo>
                      <a:lnTo>
                        <a:pt x="78581" y="78581"/>
                      </a:lnTo>
                      <a:lnTo>
                        <a:pt x="0" y="78581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835" name="Google Shape;835;p28"/>
                <p:cNvSpPr/>
                <p:nvPr/>
              </p:nvSpPr>
              <p:spPr>
                <a:xfrm>
                  <a:off x="7162228" y="6093428"/>
                  <a:ext cx="78581" cy="7858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8581" h="78581" extrusionOk="0">
                      <a:moveTo>
                        <a:pt x="0" y="0"/>
                      </a:moveTo>
                      <a:lnTo>
                        <a:pt x="78581" y="0"/>
                      </a:lnTo>
                      <a:lnTo>
                        <a:pt x="78581" y="78581"/>
                      </a:lnTo>
                      <a:lnTo>
                        <a:pt x="0" y="78581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836" name="Google Shape;836;p28"/>
                <p:cNvSpPr/>
                <p:nvPr/>
              </p:nvSpPr>
              <p:spPr>
                <a:xfrm>
                  <a:off x="7266622" y="6093428"/>
                  <a:ext cx="78581" cy="7858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8581" h="78581" extrusionOk="0">
                      <a:moveTo>
                        <a:pt x="0" y="0"/>
                      </a:moveTo>
                      <a:lnTo>
                        <a:pt x="78581" y="0"/>
                      </a:lnTo>
                      <a:lnTo>
                        <a:pt x="78581" y="78581"/>
                      </a:lnTo>
                      <a:lnTo>
                        <a:pt x="0" y="78581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sp>
            <p:nvSpPr>
              <p:cNvPr id="837" name="Google Shape;837;p28"/>
              <p:cNvSpPr/>
              <p:nvPr/>
            </p:nvSpPr>
            <p:spPr>
              <a:xfrm>
                <a:off x="7740658" y="3711543"/>
                <a:ext cx="33604" cy="33604"/>
              </a:xfrm>
              <a:custGeom>
                <a:avLst/>
                <a:gdLst/>
                <a:ahLst/>
                <a:cxnLst/>
                <a:rect l="l" t="t" r="r" b="b"/>
                <a:pathLst>
                  <a:path w="37338" h="37338" extrusionOk="0">
                    <a:moveTo>
                      <a:pt x="37338" y="18669"/>
                    </a:moveTo>
                    <a:cubicBezTo>
                      <a:pt x="37338" y="28980"/>
                      <a:pt x="28980" y="37338"/>
                      <a:pt x="18669" y="37338"/>
                    </a:cubicBezTo>
                    <a:cubicBezTo>
                      <a:pt x="8358" y="37338"/>
                      <a:pt x="0" y="28980"/>
                      <a:pt x="0" y="18669"/>
                    </a:cubicBezTo>
                    <a:cubicBezTo>
                      <a:pt x="0" y="8359"/>
                      <a:pt x="8358" y="0"/>
                      <a:pt x="18669" y="0"/>
                    </a:cubicBezTo>
                    <a:cubicBezTo>
                      <a:pt x="28979" y="0"/>
                      <a:pt x="37338" y="8358"/>
                      <a:pt x="37338" y="18669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838" name="Google Shape;838;p28"/>
            <p:cNvGrpSpPr/>
            <p:nvPr/>
          </p:nvGrpSpPr>
          <p:grpSpPr>
            <a:xfrm>
              <a:off x="6367914" y="2012818"/>
              <a:ext cx="1448168" cy="1250722"/>
              <a:chOff x="6497466" y="2113795"/>
              <a:chExt cx="1186439" cy="1024678"/>
            </a:xfrm>
          </p:grpSpPr>
          <p:sp>
            <p:nvSpPr>
              <p:cNvPr id="839" name="Google Shape;839;p28"/>
              <p:cNvSpPr/>
              <p:nvPr/>
            </p:nvSpPr>
            <p:spPr>
              <a:xfrm>
                <a:off x="6497466" y="2113795"/>
                <a:ext cx="1186433" cy="1024678"/>
              </a:xfrm>
              <a:custGeom>
                <a:avLst/>
                <a:gdLst/>
                <a:ahLst/>
                <a:cxnLst/>
                <a:rect l="l" t="t" r="r" b="b"/>
                <a:pathLst>
                  <a:path w="1318259" h="1915286" extrusionOk="0">
                    <a:moveTo>
                      <a:pt x="1266444" y="0"/>
                    </a:moveTo>
                    <a:cubicBezTo>
                      <a:pt x="1295061" y="0"/>
                      <a:pt x="1318260" y="23199"/>
                      <a:pt x="1318260" y="51816"/>
                    </a:cubicBezTo>
                    <a:lnTo>
                      <a:pt x="1318260" y="1863471"/>
                    </a:lnTo>
                    <a:cubicBezTo>
                      <a:pt x="1318260" y="1892089"/>
                      <a:pt x="1295061" y="1915287"/>
                      <a:pt x="1266444" y="1915287"/>
                    </a:cubicBezTo>
                    <a:lnTo>
                      <a:pt x="51816" y="1915287"/>
                    </a:lnTo>
                    <a:cubicBezTo>
                      <a:pt x="23198" y="1915287"/>
                      <a:pt x="0" y="1892089"/>
                      <a:pt x="0" y="1863471"/>
                    </a:cubicBezTo>
                    <a:lnTo>
                      <a:pt x="0" y="51816"/>
                    </a:lnTo>
                    <a:cubicBezTo>
                      <a:pt x="0" y="23199"/>
                      <a:pt x="23198" y="0"/>
                      <a:pt x="5181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840" name="Google Shape;840;p28"/>
              <p:cNvSpPr/>
              <p:nvPr/>
            </p:nvSpPr>
            <p:spPr>
              <a:xfrm>
                <a:off x="6497472" y="2113798"/>
                <a:ext cx="1186433" cy="84696"/>
              </a:xfrm>
              <a:custGeom>
                <a:avLst/>
                <a:gdLst/>
                <a:ahLst/>
                <a:cxnLst/>
                <a:rect l="l" t="t" r="r" b="b"/>
                <a:pathLst>
                  <a:path w="1318259" h="94107" extrusionOk="0">
                    <a:moveTo>
                      <a:pt x="1318260" y="51816"/>
                    </a:moveTo>
                    <a:lnTo>
                      <a:pt x="1318260" y="94107"/>
                    </a:lnTo>
                    <a:lnTo>
                      <a:pt x="0" y="94107"/>
                    </a:lnTo>
                    <a:lnTo>
                      <a:pt x="0" y="51816"/>
                    </a:lnTo>
                    <a:cubicBezTo>
                      <a:pt x="0" y="23241"/>
                      <a:pt x="23241" y="0"/>
                      <a:pt x="51816" y="0"/>
                    </a:cubicBezTo>
                    <a:lnTo>
                      <a:pt x="1266444" y="0"/>
                    </a:lnTo>
                    <a:cubicBezTo>
                      <a:pt x="1295019" y="0"/>
                      <a:pt x="1318260" y="23241"/>
                      <a:pt x="1318260" y="51816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grpSp>
            <p:nvGrpSpPr>
              <p:cNvPr id="841" name="Google Shape;841;p28"/>
              <p:cNvGrpSpPr/>
              <p:nvPr/>
            </p:nvGrpSpPr>
            <p:grpSpPr>
              <a:xfrm>
                <a:off x="7512268" y="2145579"/>
                <a:ext cx="126741" cy="28145"/>
                <a:chOff x="7106888" y="4136136"/>
                <a:chExt cx="140683" cy="31241"/>
              </a:xfrm>
            </p:grpSpPr>
            <p:sp>
              <p:nvSpPr>
                <p:cNvPr id="842" name="Google Shape;842;p28"/>
                <p:cNvSpPr/>
                <p:nvPr/>
              </p:nvSpPr>
              <p:spPr>
                <a:xfrm>
                  <a:off x="7216330" y="4136136"/>
                  <a:ext cx="31241" cy="3124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241" h="31241" extrusionOk="0">
                      <a:moveTo>
                        <a:pt x="31242" y="15621"/>
                      </a:moveTo>
                      <a:cubicBezTo>
                        <a:pt x="31242" y="24248"/>
                        <a:pt x="24248" y="31242"/>
                        <a:pt x="15621" y="31242"/>
                      </a:cubicBezTo>
                      <a:cubicBezTo>
                        <a:pt x="6994" y="31242"/>
                        <a:pt x="0" y="24248"/>
                        <a:pt x="0" y="15621"/>
                      </a:cubicBezTo>
                      <a:cubicBezTo>
                        <a:pt x="0" y="6994"/>
                        <a:pt x="6994" y="0"/>
                        <a:pt x="15621" y="0"/>
                      </a:cubicBezTo>
                      <a:cubicBezTo>
                        <a:pt x="24248" y="0"/>
                        <a:pt x="31242" y="6994"/>
                        <a:pt x="31242" y="15621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843" name="Google Shape;843;p28"/>
                <p:cNvSpPr/>
                <p:nvPr/>
              </p:nvSpPr>
              <p:spPr>
                <a:xfrm>
                  <a:off x="7161561" y="4136136"/>
                  <a:ext cx="31241" cy="3124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241" h="31241" extrusionOk="0">
                      <a:moveTo>
                        <a:pt x="31242" y="15621"/>
                      </a:moveTo>
                      <a:cubicBezTo>
                        <a:pt x="31242" y="24248"/>
                        <a:pt x="24248" y="31242"/>
                        <a:pt x="15621" y="31242"/>
                      </a:cubicBezTo>
                      <a:cubicBezTo>
                        <a:pt x="6994" y="31242"/>
                        <a:pt x="0" y="24248"/>
                        <a:pt x="0" y="15621"/>
                      </a:cubicBezTo>
                      <a:cubicBezTo>
                        <a:pt x="0" y="6994"/>
                        <a:pt x="6994" y="0"/>
                        <a:pt x="15621" y="0"/>
                      </a:cubicBezTo>
                      <a:cubicBezTo>
                        <a:pt x="24248" y="0"/>
                        <a:pt x="31242" y="6994"/>
                        <a:pt x="31242" y="1562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844" name="Google Shape;844;p28"/>
                <p:cNvSpPr/>
                <p:nvPr/>
              </p:nvSpPr>
              <p:spPr>
                <a:xfrm>
                  <a:off x="7106888" y="4136136"/>
                  <a:ext cx="31241" cy="3124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241" h="31241" extrusionOk="0">
                      <a:moveTo>
                        <a:pt x="31242" y="15621"/>
                      </a:moveTo>
                      <a:cubicBezTo>
                        <a:pt x="31242" y="24248"/>
                        <a:pt x="24248" y="31242"/>
                        <a:pt x="15621" y="31242"/>
                      </a:cubicBezTo>
                      <a:cubicBezTo>
                        <a:pt x="6993" y="31242"/>
                        <a:pt x="-1" y="24248"/>
                        <a:pt x="-1" y="15621"/>
                      </a:cubicBezTo>
                      <a:cubicBezTo>
                        <a:pt x="-1" y="6994"/>
                        <a:pt x="6993" y="0"/>
                        <a:pt x="15621" y="0"/>
                      </a:cubicBezTo>
                      <a:cubicBezTo>
                        <a:pt x="24248" y="0"/>
                        <a:pt x="31242" y="6994"/>
                        <a:pt x="31242" y="15621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sp>
            <p:nvSpPr>
              <p:cNvPr id="845" name="Google Shape;845;p28"/>
              <p:cNvSpPr/>
              <p:nvPr/>
            </p:nvSpPr>
            <p:spPr>
              <a:xfrm>
                <a:off x="6515578" y="2215995"/>
                <a:ext cx="1150258" cy="460514"/>
              </a:xfrm>
              <a:custGeom>
                <a:avLst/>
                <a:gdLst/>
                <a:ahLst/>
                <a:cxnLst/>
                <a:rect l="l" t="t" r="r" b="b"/>
                <a:pathLst>
                  <a:path w="1278064" h="511682" extrusionOk="0">
                    <a:moveTo>
                      <a:pt x="0" y="0"/>
                    </a:moveTo>
                    <a:lnTo>
                      <a:pt x="1278064" y="0"/>
                    </a:lnTo>
                    <a:lnTo>
                      <a:pt x="1278064" y="511683"/>
                    </a:lnTo>
                    <a:lnTo>
                      <a:pt x="0" y="511683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846" name="Google Shape;846;p28"/>
              <p:cNvSpPr/>
              <p:nvPr/>
            </p:nvSpPr>
            <p:spPr>
              <a:xfrm>
                <a:off x="6548699" y="2724580"/>
                <a:ext cx="316840" cy="275091"/>
              </a:xfrm>
              <a:custGeom>
                <a:avLst/>
                <a:gdLst/>
                <a:ahLst/>
                <a:cxnLst/>
                <a:rect l="l" t="t" r="r" b="b"/>
                <a:pathLst>
                  <a:path w="352044" h="305657" extrusionOk="0">
                    <a:moveTo>
                      <a:pt x="0" y="0"/>
                    </a:moveTo>
                    <a:lnTo>
                      <a:pt x="352044" y="0"/>
                    </a:lnTo>
                    <a:lnTo>
                      <a:pt x="352044" y="305657"/>
                    </a:lnTo>
                    <a:lnTo>
                      <a:pt x="0" y="305657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847" name="Google Shape;847;p28"/>
              <p:cNvSpPr/>
              <p:nvPr/>
            </p:nvSpPr>
            <p:spPr>
              <a:xfrm>
                <a:off x="6896308" y="2724580"/>
                <a:ext cx="741778" cy="20916"/>
              </a:xfrm>
              <a:custGeom>
                <a:avLst/>
                <a:gdLst/>
                <a:ahLst/>
                <a:cxnLst/>
                <a:rect l="l" t="t" r="r" b="b"/>
                <a:pathLst>
                  <a:path w="824198" h="23240" extrusionOk="0">
                    <a:moveTo>
                      <a:pt x="0" y="0"/>
                    </a:moveTo>
                    <a:lnTo>
                      <a:pt x="824199" y="0"/>
                    </a:lnTo>
                    <a:lnTo>
                      <a:pt x="824199" y="23241"/>
                    </a:lnTo>
                    <a:lnTo>
                      <a:pt x="0" y="23241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848" name="Google Shape;848;p28"/>
              <p:cNvSpPr/>
              <p:nvPr/>
            </p:nvSpPr>
            <p:spPr>
              <a:xfrm>
                <a:off x="6896308" y="2775721"/>
                <a:ext cx="741778" cy="20916"/>
              </a:xfrm>
              <a:custGeom>
                <a:avLst/>
                <a:gdLst/>
                <a:ahLst/>
                <a:cxnLst/>
                <a:rect l="l" t="t" r="r" b="b"/>
                <a:pathLst>
                  <a:path w="824198" h="23240" extrusionOk="0">
                    <a:moveTo>
                      <a:pt x="0" y="0"/>
                    </a:moveTo>
                    <a:lnTo>
                      <a:pt x="824199" y="0"/>
                    </a:lnTo>
                    <a:lnTo>
                      <a:pt x="824199" y="23241"/>
                    </a:lnTo>
                    <a:lnTo>
                      <a:pt x="0" y="23241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849" name="Google Shape;849;p28"/>
              <p:cNvSpPr/>
              <p:nvPr/>
            </p:nvSpPr>
            <p:spPr>
              <a:xfrm>
                <a:off x="6896308" y="2826777"/>
                <a:ext cx="741778" cy="20916"/>
              </a:xfrm>
              <a:custGeom>
                <a:avLst/>
                <a:gdLst/>
                <a:ahLst/>
                <a:cxnLst/>
                <a:rect l="l" t="t" r="r" b="b"/>
                <a:pathLst>
                  <a:path w="824198" h="23240" extrusionOk="0">
                    <a:moveTo>
                      <a:pt x="0" y="0"/>
                    </a:moveTo>
                    <a:lnTo>
                      <a:pt x="824199" y="0"/>
                    </a:lnTo>
                    <a:lnTo>
                      <a:pt x="824199" y="23241"/>
                    </a:lnTo>
                    <a:lnTo>
                      <a:pt x="0" y="23241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850" name="Google Shape;850;p28"/>
              <p:cNvSpPr/>
              <p:nvPr/>
            </p:nvSpPr>
            <p:spPr>
              <a:xfrm>
                <a:off x="6896308" y="2877919"/>
                <a:ext cx="741778" cy="20916"/>
              </a:xfrm>
              <a:custGeom>
                <a:avLst/>
                <a:gdLst/>
                <a:ahLst/>
                <a:cxnLst/>
                <a:rect l="l" t="t" r="r" b="b"/>
                <a:pathLst>
                  <a:path w="824198" h="23240" extrusionOk="0">
                    <a:moveTo>
                      <a:pt x="0" y="0"/>
                    </a:moveTo>
                    <a:lnTo>
                      <a:pt x="824199" y="0"/>
                    </a:lnTo>
                    <a:lnTo>
                      <a:pt x="824199" y="23241"/>
                    </a:lnTo>
                    <a:lnTo>
                      <a:pt x="0" y="23241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grpSp>
            <p:nvGrpSpPr>
              <p:cNvPr id="851" name="Google Shape;851;p28"/>
              <p:cNvGrpSpPr/>
              <p:nvPr/>
            </p:nvGrpSpPr>
            <p:grpSpPr>
              <a:xfrm>
                <a:off x="7422424" y="2953744"/>
                <a:ext cx="216586" cy="46337"/>
                <a:chOff x="7007161" y="5033200"/>
                <a:chExt cx="240411" cy="51434"/>
              </a:xfrm>
            </p:grpSpPr>
            <p:sp>
              <p:nvSpPr>
                <p:cNvPr id="852" name="Google Shape;852;p28"/>
                <p:cNvSpPr/>
                <p:nvPr/>
              </p:nvSpPr>
              <p:spPr>
                <a:xfrm>
                  <a:off x="7007161" y="5033200"/>
                  <a:ext cx="240411" cy="5143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40411" h="51434" extrusionOk="0">
                      <a:moveTo>
                        <a:pt x="214694" y="51435"/>
                      </a:moveTo>
                      <a:lnTo>
                        <a:pt x="25718" y="51435"/>
                      </a:lnTo>
                      <a:cubicBezTo>
                        <a:pt x="11525" y="51435"/>
                        <a:pt x="0" y="39814"/>
                        <a:pt x="0" y="25717"/>
                      </a:cubicBezTo>
                      <a:lnTo>
                        <a:pt x="0" y="25717"/>
                      </a:lnTo>
                      <a:cubicBezTo>
                        <a:pt x="0" y="11525"/>
                        <a:pt x="11621" y="0"/>
                        <a:pt x="25718" y="0"/>
                      </a:cubicBezTo>
                      <a:lnTo>
                        <a:pt x="214694" y="0"/>
                      </a:lnTo>
                      <a:cubicBezTo>
                        <a:pt x="228886" y="0"/>
                        <a:pt x="240411" y="11621"/>
                        <a:pt x="240411" y="25717"/>
                      </a:cubicBezTo>
                      <a:lnTo>
                        <a:pt x="240411" y="25717"/>
                      </a:lnTo>
                      <a:cubicBezTo>
                        <a:pt x="240411" y="39909"/>
                        <a:pt x="228791" y="51435"/>
                        <a:pt x="214694" y="51435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853" name="Google Shape;853;p28"/>
                <p:cNvSpPr/>
                <p:nvPr/>
              </p:nvSpPr>
              <p:spPr>
                <a:xfrm>
                  <a:off x="7073264" y="5047202"/>
                  <a:ext cx="108204" cy="2324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8204" h="23240" extrusionOk="0">
                      <a:moveTo>
                        <a:pt x="96584" y="23241"/>
                      </a:moveTo>
                      <a:lnTo>
                        <a:pt x="11621" y="23241"/>
                      </a:lnTo>
                      <a:cubicBezTo>
                        <a:pt x="5239" y="23241"/>
                        <a:pt x="0" y="18002"/>
                        <a:pt x="0" y="11620"/>
                      </a:cubicBezTo>
                      <a:lnTo>
                        <a:pt x="0" y="11620"/>
                      </a:lnTo>
                      <a:cubicBezTo>
                        <a:pt x="0" y="5239"/>
                        <a:pt x="5239" y="0"/>
                        <a:pt x="11621" y="0"/>
                      </a:cubicBezTo>
                      <a:lnTo>
                        <a:pt x="96584" y="0"/>
                      </a:lnTo>
                      <a:cubicBezTo>
                        <a:pt x="102965" y="0"/>
                        <a:pt x="108204" y="5239"/>
                        <a:pt x="108204" y="11620"/>
                      </a:cubicBezTo>
                      <a:lnTo>
                        <a:pt x="108204" y="11620"/>
                      </a:lnTo>
                      <a:cubicBezTo>
                        <a:pt x="108204" y="18002"/>
                        <a:pt x="102965" y="23241"/>
                        <a:pt x="96584" y="23241"/>
                      </a:cubicBez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grpSp>
            <p:nvGrpSpPr>
              <p:cNvPr id="854" name="Google Shape;854;p28"/>
              <p:cNvGrpSpPr/>
              <p:nvPr/>
            </p:nvGrpSpPr>
            <p:grpSpPr>
              <a:xfrm>
                <a:off x="6548871" y="2408331"/>
                <a:ext cx="1090139" cy="89414"/>
                <a:chOff x="6037516" y="4427791"/>
                <a:chExt cx="1210056" cy="99250"/>
              </a:xfrm>
            </p:grpSpPr>
            <p:sp>
              <p:nvSpPr>
                <p:cNvPr id="855" name="Google Shape;855;p28"/>
                <p:cNvSpPr/>
                <p:nvPr/>
              </p:nvSpPr>
              <p:spPr>
                <a:xfrm>
                  <a:off x="6037516" y="4427791"/>
                  <a:ext cx="49625" cy="992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9625" h="99250" extrusionOk="0">
                      <a:moveTo>
                        <a:pt x="0" y="49625"/>
                      </a:moveTo>
                      <a:lnTo>
                        <a:pt x="49625" y="99251"/>
                      </a:lnTo>
                      <a:lnTo>
                        <a:pt x="49625" y="0"/>
                      </a:lnTo>
                      <a:lnTo>
                        <a:pt x="0" y="49625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856" name="Google Shape;856;p28"/>
                <p:cNvSpPr/>
                <p:nvPr/>
              </p:nvSpPr>
              <p:spPr>
                <a:xfrm>
                  <a:off x="7197947" y="4427791"/>
                  <a:ext cx="49625" cy="992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9625" h="99250" extrusionOk="0">
                      <a:moveTo>
                        <a:pt x="0" y="0"/>
                      </a:moveTo>
                      <a:lnTo>
                        <a:pt x="0" y="99251"/>
                      </a:lnTo>
                      <a:lnTo>
                        <a:pt x="49625" y="49625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grpSp>
            <p:nvGrpSpPr>
              <p:cNvPr id="857" name="Google Shape;857;p28"/>
              <p:cNvGrpSpPr/>
              <p:nvPr/>
            </p:nvGrpSpPr>
            <p:grpSpPr>
              <a:xfrm>
                <a:off x="7012935" y="2651519"/>
                <a:ext cx="157033" cy="16304"/>
                <a:chOff x="6552628" y="4697730"/>
                <a:chExt cx="174307" cy="18097"/>
              </a:xfrm>
            </p:grpSpPr>
            <p:sp>
              <p:nvSpPr>
                <p:cNvPr id="858" name="Google Shape;858;p28"/>
                <p:cNvSpPr/>
                <p:nvPr/>
              </p:nvSpPr>
              <p:spPr>
                <a:xfrm>
                  <a:off x="6552628" y="4697730"/>
                  <a:ext cx="18097" cy="1809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8097" h="18097" extrusionOk="0">
                      <a:moveTo>
                        <a:pt x="18098" y="9049"/>
                      </a:moveTo>
                      <a:cubicBezTo>
                        <a:pt x="18098" y="14002"/>
                        <a:pt x="14097" y="18097"/>
                        <a:pt x="9049" y="18097"/>
                      </a:cubicBezTo>
                      <a:cubicBezTo>
                        <a:pt x="4000" y="18097"/>
                        <a:pt x="0" y="14097"/>
                        <a:pt x="0" y="9049"/>
                      </a:cubicBezTo>
                      <a:cubicBezTo>
                        <a:pt x="0" y="4000"/>
                        <a:pt x="4000" y="0"/>
                        <a:pt x="9049" y="0"/>
                      </a:cubicBezTo>
                      <a:cubicBezTo>
                        <a:pt x="14097" y="0"/>
                        <a:pt x="18098" y="4000"/>
                        <a:pt x="18098" y="9049"/>
                      </a:cubicBez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859" name="Google Shape;859;p28"/>
                <p:cNvSpPr/>
                <p:nvPr/>
              </p:nvSpPr>
              <p:spPr>
                <a:xfrm>
                  <a:off x="6591681" y="4697730"/>
                  <a:ext cx="18097" cy="1809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8097" h="18097" extrusionOk="0">
                      <a:moveTo>
                        <a:pt x="18098" y="9049"/>
                      </a:moveTo>
                      <a:cubicBezTo>
                        <a:pt x="18098" y="14046"/>
                        <a:pt x="14046" y="18098"/>
                        <a:pt x="9049" y="18098"/>
                      </a:cubicBezTo>
                      <a:cubicBezTo>
                        <a:pt x="4051" y="18098"/>
                        <a:pt x="0" y="14046"/>
                        <a:pt x="0" y="9049"/>
                      </a:cubicBezTo>
                      <a:cubicBezTo>
                        <a:pt x="0" y="4051"/>
                        <a:pt x="4051" y="0"/>
                        <a:pt x="9049" y="0"/>
                      </a:cubicBezTo>
                      <a:cubicBezTo>
                        <a:pt x="14046" y="0"/>
                        <a:pt x="18098" y="4051"/>
                        <a:pt x="18098" y="9049"/>
                      </a:cubicBez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860" name="Google Shape;860;p28"/>
                <p:cNvSpPr/>
                <p:nvPr/>
              </p:nvSpPr>
              <p:spPr>
                <a:xfrm>
                  <a:off x="6630733" y="4697730"/>
                  <a:ext cx="18097" cy="1809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8097" h="18097" extrusionOk="0">
                      <a:moveTo>
                        <a:pt x="18097" y="9049"/>
                      </a:moveTo>
                      <a:cubicBezTo>
                        <a:pt x="18097" y="14002"/>
                        <a:pt x="14097" y="18097"/>
                        <a:pt x="9049" y="18097"/>
                      </a:cubicBezTo>
                      <a:cubicBezTo>
                        <a:pt x="4000" y="18097"/>
                        <a:pt x="0" y="14097"/>
                        <a:pt x="0" y="9049"/>
                      </a:cubicBezTo>
                      <a:cubicBezTo>
                        <a:pt x="0" y="4000"/>
                        <a:pt x="4000" y="0"/>
                        <a:pt x="9049" y="0"/>
                      </a:cubicBezTo>
                      <a:cubicBezTo>
                        <a:pt x="14097" y="0"/>
                        <a:pt x="18097" y="4000"/>
                        <a:pt x="18097" y="9049"/>
                      </a:cubicBez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861" name="Google Shape;861;p28"/>
                <p:cNvSpPr/>
                <p:nvPr/>
              </p:nvSpPr>
              <p:spPr>
                <a:xfrm>
                  <a:off x="6669881" y="4697730"/>
                  <a:ext cx="18097" cy="1809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8097" h="18097" extrusionOk="0">
                      <a:moveTo>
                        <a:pt x="18098" y="9049"/>
                      </a:moveTo>
                      <a:cubicBezTo>
                        <a:pt x="18098" y="14046"/>
                        <a:pt x="14046" y="18098"/>
                        <a:pt x="9049" y="18098"/>
                      </a:cubicBezTo>
                      <a:cubicBezTo>
                        <a:pt x="4051" y="18098"/>
                        <a:pt x="0" y="14046"/>
                        <a:pt x="0" y="9049"/>
                      </a:cubicBezTo>
                      <a:cubicBezTo>
                        <a:pt x="0" y="4051"/>
                        <a:pt x="4051" y="0"/>
                        <a:pt x="9049" y="0"/>
                      </a:cubicBezTo>
                      <a:cubicBezTo>
                        <a:pt x="14046" y="0"/>
                        <a:pt x="18098" y="4051"/>
                        <a:pt x="18098" y="9049"/>
                      </a:cubicBez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862" name="Google Shape;862;p28"/>
                <p:cNvSpPr/>
                <p:nvPr/>
              </p:nvSpPr>
              <p:spPr>
                <a:xfrm>
                  <a:off x="6708838" y="4697730"/>
                  <a:ext cx="18097" cy="1809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8097" h="18097" extrusionOk="0">
                      <a:moveTo>
                        <a:pt x="18097" y="9049"/>
                      </a:moveTo>
                      <a:cubicBezTo>
                        <a:pt x="18097" y="14002"/>
                        <a:pt x="14097" y="18097"/>
                        <a:pt x="9048" y="18097"/>
                      </a:cubicBezTo>
                      <a:cubicBezTo>
                        <a:pt x="4000" y="18097"/>
                        <a:pt x="0" y="14097"/>
                        <a:pt x="0" y="9049"/>
                      </a:cubicBezTo>
                      <a:cubicBezTo>
                        <a:pt x="0" y="4000"/>
                        <a:pt x="4000" y="0"/>
                        <a:pt x="9048" y="0"/>
                      </a:cubicBezTo>
                      <a:cubicBezTo>
                        <a:pt x="14097" y="0"/>
                        <a:pt x="18097" y="4000"/>
                        <a:pt x="18097" y="9049"/>
                      </a:cubicBez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sp>
            <p:nvSpPr>
              <p:cNvPr id="863" name="Google Shape;863;p28"/>
              <p:cNvSpPr/>
              <p:nvPr/>
            </p:nvSpPr>
            <p:spPr>
              <a:xfrm>
                <a:off x="6548699" y="3046960"/>
                <a:ext cx="1089050" cy="8572"/>
              </a:xfrm>
              <a:custGeom>
                <a:avLst/>
                <a:gdLst/>
                <a:ahLst/>
                <a:cxnLst/>
                <a:rect l="l" t="t" r="r" b="b"/>
                <a:pathLst>
                  <a:path w="1210055" h="9525" extrusionOk="0">
                    <a:moveTo>
                      <a:pt x="0" y="0"/>
                    </a:moveTo>
                    <a:lnTo>
                      <a:pt x="1210056" y="0"/>
                    </a:lnTo>
                  </a:path>
                </a:pathLst>
              </a:custGeom>
              <a:noFill/>
              <a:ln w="17525" cap="flat" cmpd="sng">
                <a:solidFill>
                  <a:srgbClr val="FFFFFF"/>
                </a:solidFill>
                <a:prstDash val="solid"/>
                <a:miter lim="8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grpSp>
            <p:nvGrpSpPr>
              <p:cNvPr id="864" name="Google Shape;864;p28"/>
              <p:cNvGrpSpPr/>
              <p:nvPr/>
            </p:nvGrpSpPr>
            <p:grpSpPr>
              <a:xfrm>
                <a:off x="6505708" y="2659414"/>
                <a:ext cx="413779" cy="413778"/>
                <a:chOff x="5989605" y="4706493"/>
                <a:chExt cx="459295" cy="459294"/>
              </a:xfrm>
            </p:grpSpPr>
            <p:grpSp>
              <p:nvGrpSpPr>
                <p:cNvPr id="865" name="Google Shape;865;p28"/>
                <p:cNvGrpSpPr/>
                <p:nvPr/>
              </p:nvGrpSpPr>
              <p:grpSpPr>
                <a:xfrm>
                  <a:off x="6001893" y="4718780"/>
                  <a:ext cx="444150" cy="444151"/>
                  <a:chOff x="6001893" y="4718780"/>
                  <a:chExt cx="444150" cy="444151"/>
                </a:xfrm>
              </p:grpSpPr>
              <p:sp>
                <p:nvSpPr>
                  <p:cNvPr id="866" name="Google Shape;866;p28"/>
                  <p:cNvSpPr/>
                  <p:nvPr/>
                </p:nvSpPr>
                <p:spPr>
                  <a:xfrm>
                    <a:off x="6017418" y="5153406"/>
                    <a:ext cx="388048" cy="95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88048" h="9525" extrusionOk="0">
                        <a:moveTo>
                          <a:pt x="388048" y="0"/>
                        </a:moveTo>
                        <a:lnTo>
                          <a:pt x="0" y="0"/>
                        </a:lnTo>
                      </a:path>
                    </a:pathLst>
                  </a:custGeom>
                  <a:solidFill>
                    <a:schemeClr val="dk1"/>
                  </a:solidFill>
                  <a:ln w="15800" cap="rnd" cmpd="sng">
                    <a:solidFill>
                      <a:schemeClr val="dk1"/>
                    </a:solidFill>
                    <a:prstDash val="dashDot"/>
                    <a:miter lim="8000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 dirty="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67" name="Google Shape;867;p28"/>
                  <p:cNvSpPr/>
                  <p:nvPr/>
                </p:nvSpPr>
                <p:spPr>
                  <a:xfrm>
                    <a:off x="6001893" y="4734306"/>
                    <a:ext cx="9525" cy="388048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9525" h="388048" extrusionOk="0">
                        <a:moveTo>
                          <a:pt x="0" y="388049"/>
                        </a:moveTo>
                        <a:lnTo>
                          <a:pt x="0" y="0"/>
                        </a:lnTo>
                      </a:path>
                    </a:pathLst>
                  </a:custGeom>
                  <a:solidFill>
                    <a:schemeClr val="dk1"/>
                  </a:solidFill>
                  <a:ln w="15800" cap="rnd" cmpd="sng">
                    <a:solidFill>
                      <a:schemeClr val="dk1"/>
                    </a:solidFill>
                    <a:prstDash val="dashDot"/>
                    <a:miter lim="8000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 dirty="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68" name="Google Shape;868;p28"/>
                  <p:cNvSpPr/>
                  <p:nvPr/>
                </p:nvSpPr>
                <p:spPr>
                  <a:xfrm>
                    <a:off x="6032944" y="4718780"/>
                    <a:ext cx="388048" cy="95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88048" h="9525" extrusionOk="0">
                        <a:moveTo>
                          <a:pt x="0" y="0"/>
                        </a:moveTo>
                        <a:lnTo>
                          <a:pt x="388048" y="0"/>
                        </a:lnTo>
                      </a:path>
                    </a:pathLst>
                  </a:custGeom>
                  <a:solidFill>
                    <a:schemeClr val="dk1"/>
                  </a:solidFill>
                  <a:ln w="15800" cap="rnd" cmpd="sng">
                    <a:solidFill>
                      <a:schemeClr val="dk1"/>
                    </a:solidFill>
                    <a:prstDash val="dashDot"/>
                    <a:miter lim="8000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 dirty="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69" name="Google Shape;869;p28"/>
                  <p:cNvSpPr/>
                  <p:nvPr/>
                </p:nvSpPr>
                <p:spPr>
                  <a:xfrm>
                    <a:off x="6436518" y="4749831"/>
                    <a:ext cx="9525" cy="388048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9525" h="388048" extrusionOk="0">
                        <a:moveTo>
                          <a:pt x="0" y="0"/>
                        </a:moveTo>
                        <a:lnTo>
                          <a:pt x="0" y="388049"/>
                        </a:lnTo>
                      </a:path>
                    </a:pathLst>
                  </a:custGeom>
                  <a:solidFill>
                    <a:schemeClr val="dk1"/>
                  </a:solidFill>
                  <a:ln w="15800" cap="rnd" cmpd="sng">
                    <a:solidFill>
                      <a:schemeClr val="dk1"/>
                    </a:solidFill>
                    <a:prstDash val="dashDot"/>
                    <a:miter lim="8000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 dirty="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870" name="Google Shape;870;p28"/>
                <p:cNvGrpSpPr/>
                <p:nvPr/>
              </p:nvGrpSpPr>
              <p:grpSpPr>
                <a:xfrm>
                  <a:off x="5989605" y="4706493"/>
                  <a:ext cx="459295" cy="459294"/>
                  <a:chOff x="5989605" y="4706493"/>
                  <a:chExt cx="459295" cy="459294"/>
                </a:xfrm>
              </p:grpSpPr>
              <p:grpSp>
                <p:nvGrpSpPr>
                  <p:cNvPr id="871" name="Google Shape;871;p28"/>
                  <p:cNvGrpSpPr/>
                  <p:nvPr/>
                </p:nvGrpSpPr>
                <p:grpSpPr>
                  <a:xfrm>
                    <a:off x="5989605" y="4706493"/>
                    <a:ext cx="459295" cy="24669"/>
                    <a:chOff x="5989605" y="4706493"/>
                    <a:chExt cx="459295" cy="24669"/>
                  </a:xfrm>
                </p:grpSpPr>
                <p:sp>
                  <p:nvSpPr>
                    <p:cNvPr id="872" name="Google Shape;872;p28"/>
                    <p:cNvSpPr/>
                    <p:nvPr/>
                  </p:nvSpPr>
                  <p:spPr>
                    <a:xfrm>
                      <a:off x="5989605" y="4706493"/>
                      <a:ext cx="24669" cy="2466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4669" h="24669" extrusionOk="0">
                          <a:moveTo>
                            <a:pt x="0" y="0"/>
                          </a:moveTo>
                          <a:lnTo>
                            <a:pt x="24670" y="0"/>
                          </a:lnTo>
                          <a:lnTo>
                            <a:pt x="24670" y="24670"/>
                          </a:lnTo>
                          <a:lnTo>
                            <a:pt x="0" y="24670"/>
                          </a:lnTo>
                          <a:close/>
                        </a:path>
                      </a:pathLst>
                    </a:custGeom>
                    <a:solidFill>
                      <a:schemeClr val="dk1"/>
                    </a:solidFill>
                    <a:ln>
                      <a:noFill/>
                    </a:ln>
                  </p:spPr>
                  <p:txBody>
                    <a:bodyPr spcFirstLastPara="1" wrap="square" lIns="91425" tIns="45700" rIns="91425" bIns="45700" anchor="ctr" anchorCtr="0">
                      <a:noAutofit/>
                    </a:bodyPr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873" name="Google Shape;873;p28"/>
                    <p:cNvSpPr/>
                    <p:nvPr/>
                  </p:nvSpPr>
                  <p:spPr>
                    <a:xfrm>
                      <a:off x="6206871" y="4706493"/>
                      <a:ext cx="24669" cy="2466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4669" h="24669" extrusionOk="0">
                          <a:moveTo>
                            <a:pt x="0" y="0"/>
                          </a:moveTo>
                          <a:lnTo>
                            <a:pt x="24670" y="0"/>
                          </a:lnTo>
                          <a:lnTo>
                            <a:pt x="24670" y="24670"/>
                          </a:lnTo>
                          <a:lnTo>
                            <a:pt x="0" y="24670"/>
                          </a:lnTo>
                          <a:close/>
                        </a:path>
                      </a:pathLst>
                    </a:custGeom>
                    <a:solidFill>
                      <a:schemeClr val="dk1"/>
                    </a:solidFill>
                    <a:ln>
                      <a:noFill/>
                    </a:ln>
                  </p:spPr>
                  <p:txBody>
                    <a:bodyPr spcFirstLastPara="1" wrap="square" lIns="91425" tIns="45700" rIns="91425" bIns="45700" anchor="ctr" anchorCtr="0">
                      <a:noAutofit/>
                    </a:bodyPr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874" name="Google Shape;874;p28"/>
                    <p:cNvSpPr/>
                    <p:nvPr/>
                  </p:nvSpPr>
                  <p:spPr>
                    <a:xfrm>
                      <a:off x="6424231" y="4706493"/>
                      <a:ext cx="24669" cy="2466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4669" h="24669" extrusionOk="0">
                          <a:moveTo>
                            <a:pt x="0" y="0"/>
                          </a:moveTo>
                          <a:lnTo>
                            <a:pt x="24670" y="0"/>
                          </a:lnTo>
                          <a:lnTo>
                            <a:pt x="24670" y="24670"/>
                          </a:lnTo>
                          <a:lnTo>
                            <a:pt x="0" y="24670"/>
                          </a:lnTo>
                          <a:close/>
                        </a:path>
                      </a:pathLst>
                    </a:custGeom>
                    <a:solidFill>
                      <a:schemeClr val="dk1"/>
                    </a:solidFill>
                    <a:ln>
                      <a:noFill/>
                    </a:ln>
                  </p:spPr>
                  <p:txBody>
                    <a:bodyPr spcFirstLastPara="1" wrap="square" lIns="91425" tIns="45700" rIns="91425" bIns="45700" anchor="ctr" anchorCtr="0">
                      <a:noAutofit/>
                    </a:bodyPr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</p:grpSp>
              <p:grpSp>
                <p:nvGrpSpPr>
                  <p:cNvPr id="875" name="Google Shape;875;p28"/>
                  <p:cNvGrpSpPr/>
                  <p:nvPr/>
                </p:nvGrpSpPr>
                <p:grpSpPr>
                  <a:xfrm>
                    <a:off x="5989605" y="4923758"/>
                    <a:ext cx="459295" cy="24669"/>
                    <a:chOff x="5989605" y="4923758"/>
                    <a:chExt cx="459295" cy="24669"/>
                  </a:xfrm>
                </p:grpSpPr>
                <p:sp>
                  <p:nvSpPr>
                    <p:cNvPr id="876" name="Google Shape;876;p28"/>
                    <p:cNvSpPr/>
                    <p:nvPr/>
                  </p:nvSpPr>
                  <p:spPr>
                    <a:xfrm>
                      <a:off x="5989605" y="4923758"/>
                      <a:ext cx="24669" cy="2466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4669" h="24669" extrusionOk="0">
                          <a:moveTo>
                            <a:pt x="0" y="0"/>
                          </a:moveTo>
                          <a:lnTo>
                            <a:pt x="24670" y="0"/>
                          </a:lnTo>
                          <a:lnTo>
                            <a:pt x="24670" y="24670"/>
                          </a:lnTo>
                          <a:lnTo>
                            <a:pt x="0" y="24670"/>
                          </a:lnTo>
                          <a:close/>
                        </a:path>
                      </a:pathLst>
                    </a:custGeom>
                    <a:solidFill>
                      <a:schemeClr val="dk1"/>
                    </a:solidFill>
                    <a:ln>
                      <a:noFill/>
                    </a:ln>
                  </p:spPr>
                  <p:txBody>
                    <a:bodyPr spcFirstLastPara="1" wrap="square" lIns="91425" tIns="45700" rIns="91425" bIns="45700" anchor="ctr" anchorCtr="0">
                      <a:noAutofit/>
                    </a:bodyPr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877" name="Google Shape;877;p28"/>
                    <p:cNvSpPr/>
                    <p:nvPr/>
                  </p:nvSpPr>
                  <p:spPr>
                    <a:xfrm>
                      <a:off x="6424231" y="4923758"/>
                      <a:ext cx="24669" cy="2466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4669" h="24669" extrusionOk="0">
                          <a:moveTo>
                            <a:pt x="0" y="0"/>
                          </a:moveTo>
                          <a:lnTo>
                            <a:pt x="24670" y="0"/>
                          </a:lnTo>
                          <a:lnTo>
                            <a:pt x="24670" y="24670"/>
                          </a:lnTo>
                          <a:lnTo>
                            <a:pt x="0" y="24670"/>
                          </a:lnTo>
                          <a:close/>
                        </a:path>
                      </a:pathLst>
                    </a:custGeom>
                    <a:solidFill>
                      <a:schemeClr val="dk1"/>
                    </a:solidFill>
                    <a:ln>
                      <a:noFill/>
                    </a:ln>
                  </p:spPr>
                  <p:txBody>
                    <a:bodyPr spcFirstLastPara="1" wrap="square" lIns="91425" tIns="45700" rIns="91425" bIns="45700" anchor="ctr" anchorCtr="0">
                      <a:noAutofit/>
                    </a:bodyPr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</p:grpSp>
              <p:grpSp>
                <p:nvGrpSpPr>
                  <p:cNvPr id="878" name="Google Shape;878;p28"/>
                  <p:cNvGrpSpPr/>
                  <p:nvPr/>
                </p:nvGrpSpPr>
                <p:grpSpPr>
                  <a:xfrm>
                    <a:off x="5989605" y="5141118"/>
                    <a:ext cx="459295" cy="24669"/>
                    <a:chOff x="5989605" y="5141118"/>
                    <a:chExt cx="459295" cy="24669"/>
                  </a:xfrm>
                </p:grpSpPr>
                <p:sp>
                  <p:nvSpPr>
                    <p:cNvPr id="879" name="Google Shape;879;p28"/>
                    <p:cNvSpPr/>
                    <p:nvPr/>
                  </p:nvSpPr>
                  <p:spPr>
                    <a:xfrm>
                      <a:off x="5989605" y="5141118"/>
                      <a:ext cx="24669" cy="2466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4669" h="24669" extrusionOk="0">
                          <a:moveTo>
                            <a:pt x="0" y="0"/>
                          </a:moveTo>
                          <a:lnTo>
                            <a:pt x="24670" y="0"/>
                          </a:lnTo>
                          <a:lnTo>
                            <a:pt x="24670" y="24670"/>
                          </a:lnTo>
                          <a:lnTo>
                            <a:pt x="0" y="24670"/>
                          </a:lnTo>
                          <a:close/>
                        </a:path>
                      </a:pathLst>
                    </a:custGeom>
                    <a:solidFill>
                      <a:schemeClr val="dk1"/>
                    </a:solidFill>
                    <a:ln>
                      <a:noFill/>
                    </a:ln>
                  </p:spPr>
                  <p:txBody>
                    <a:bodyPr spcFirstLastPara="1" wrap="square" lIns="91425" tIns="45700" rIns="91425" bIns="45700" anchor="ctr" anchorCtr="0">
                      <a:noAutofit/>
                    </a:bodyPr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880" name="Google Shape;880;p28"/>
                    <p:cNvSpPr/>
                    <p:nvPr/>
                  </p:nvSpPr>
                  <p:spPr>
                    <a:xfrm>
                      <a:off x="6206871" y="5141118"/>
                      <a:ext cx="24669" cy="2466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4669" h="24669" extrusionOk="0">
                          <a:moveTo>
                            <a:pt x="0" y="0"/>
                          </a:moveTo>
                          <a:lnTo>
                            <a:pt x="24670" y="0"/>
                          </a:lnTo>
                          <a:lnTo>
                            <a:pt x="24670" y="24670"/>
                          </a:lnTo>
                          <a:lnTo>
                            <a:pt x="0" y="24670"/>
                          </a:lnTo>
                          <a:close/>
                        </a:path>
                      </a:pathLst>
                    </a:custGeom>
                    <a:solidFill>
                      <a:schemeClr val="dk1"/>
                    </a:solidFill>
                    <a:ln>
                      <a:noFill/>
                    </a:ln>
                  </p:spPr>
                  <p:txBody>
                    <a:bodyPr spcFirstLastPara="1" wrap="square" lIns="91425" tIns="45700" rIns="91425" bIns="45700" anchor="ctr" anchorCtr="0">
                      <a:noAutofit/>
                    </a:bodyPr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881" name="Google Shape;881;p28"/>
                    <p:cNvSpPr/>
                    <p:nvPr/>
                  </p:nvSpPr>
                  <p:spPr>
                    <a:xfrm>
                      <a:off x="6424231" y="5141118"/>
                      <a:ext cx="24669" cy="2466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4669" h="24669" extrusionOk="0">
                          <a:moveTo>
                            <a:pt x="0" y="0"/>
                          </a:moveTo>
                          <a:lnTo>
                            <a:pt x="24670" y="0"/>
                          </a:lnTo>
                          <a:lnTo>
                            <a:pt x="24670" y="24670"/>
                          </a:lnTo>
                          <a:lnTo>
                            <a:pt x="0" y="24670"/>
                          </a:lnTo>
                          <a:close/>
                        </a:path>
                      </a:pathLst>
                    </a:custGeom>
                    <a:solidFill>
                      <a:schemeClr val="dk1"/>
                    </a:solidFill>
                    <a:ln>
                      <a:noFill/>
                    </a:ln>
                  </p:spPr>
                  <p:txBody>
                    <a:bodyPr spcFirstLastPara="1" wrap="square" lIns="91425" tIns="45700" rIns="91425" bIns="45700" anchor="ctr" anchorCtr="0">
                      <a:noAutofit/>
                    </a:bodyPr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</p:grpSp>
            </p:grpSp>
          </p:grpSp>
        </p:grpSp>
        <p:grpSp>
          <p:nvGrpSpPr>
            <p:cNvPr id="882" name="Google Shape;882;p28"/>
            <p:cNvGrpSpPr/>
            <p:nvPr/>
          </p:nvGrpSpPr>
          <p:grpSpPr>
            <a:xfrm>
              <a:off x="5248799" y="1817418"/>
              <a:ext cx="479083" cy="595031"/>
              <a:chOff x="5580610" y="1953710"/>
              <a:chExt cx="392498" cy="487491"/>
            </a:xfrm>
          </p:grpSpPr>
          <p:grpSp>
            <p:nvGrpSpPr>
              <p:cNvPr id="883" name="Google Shape;883;p28"/>
              <p:cNvGrpSpPr/>
              <p:nvPr/>
            </p:nvGrpSpPr>
            <p:grpSpPr>
              <a:xfrm>
                <a:off x="5580610" y="1953710"/>
                <a:ext cx="392498" cy="487491"/>
                <a:chOff x="7385113" y="1535430"/>
                <a:chExt cx="435673" cy="541115"/>
              </a:xfrm>
            </p:grpSpPr>
            <p:sp>
              <p:nvSpPr>
                <p:cNvPr id="884" name="Google Shape;884;p28"/>
                <p:cNvSpPr/>
                <p:nvPr/>
              </p:nvSpPr>
              <p:spPr>
                <a:xfrm>
                  <a:off x="7385113" y="1535430"/>
                  <a:ext cx="435673" cy="54111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35673" h="541115" extrusionOk="0">
                      <a:moveTo>
                        <a:pt x="394621" y="0"/>
                      </a:moveTo>
                      <a:cubicBezTo>
                        <a:pt x="417294" y="0"/>
                        <a:pt x="435674" y="18380"/>
                        <a:pt x="435674" y="41053"/>
                      </a:cubicBezTo>
                      <a:lnTo>
                        <a:pt x="435674" y="500062"/>
                      </a:lnTo>
                      <a:cubicBezTo>
                        <a:pt x="435674" y="522735"/>
                        <a:pt x="417294" y="541115"/>
                        <a:pt x="394621" y="541115"/>
                      </a:cubicBezTo>
                      <a:lnTo>
                        <a:pt x="41053" y="541115"/>
                      </a:lnTo>
                      <a:cubicBezTo>
                        <a:pt x="18380" y="541115"/>
                        <a:pt x="0" y="522735"/>
                        <a:pt x="0" y="500062"/>
                      </a:cubicBezTo>
                      <a:lnTo>
                        <a:pt x="0" y="41053"/>
                      </a:lnTo>
                      <a:cubicBezTo>
                        <a:pt x="0" y="18380"/>
                        <a:pt x="18380" y="0"/>
                        <a:pt x="41053" y="0"/>
                      </a:cubicBez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885" name="Google Shape;885;p28"/>
                <p:cNvGrpSpPr/>
                <p:nvPr/>
              </p:nvGrpSpPr>
              <p:grpSpPr>
                <a:xfrm>
                  <a:off x="7612094" y="1566576"/>
                  <a:ext cx="164781" cy="41529"/>
                  <a:chOff x="7612094" y="1566576"/>
                  <a:chExt cx="164781" cy="41529"/>
                </a:xfrm>
              </p:grpSpPr>
              <p:sp>
                <p:nvSpPr>
                  <p:cNvPr id="886" name="Google Shape;886;p28"/>
                  <p:cNvSpPr/>
                  <p:nvPr/>
                </p:nvSpPr>
                <p:spPr>
                  <a:xfrm>
                    <a:off x="7735347" y="1566576"/>
                    <a:ext cx="41528" cy="4152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41528" h="41529" extrusionOk="0">
                        <a:moveTo>
                          <a:pt x="41529" y="20765"/>
                        </a:moveTo>
                        <a:cubicBezTo>
                          <a:pt x="41529" y="32290"/>
                          <a:pt x="32195" y="41529"/>
                          <a:pt x="20764" y="41529"/>
                        </a:cubicBezTo>
                        <a:cubicBezTo>
                          <a:pt x="9335" y="41529"/>
                          <a:pt x="0" y="32194"/>
                          <a:pt x="0" y="20765"/>
                        </a:cubicBezTo>
                        <a:cubicBezTo>
                          <a:pt x="0" y="9334"/>
                          <a:pt x="9335" y="0"/>
                          <a:pt x="20764" y="0"/>
                        </a:cubicBezTo>
                        <a:cubicBezTo>
                          <a:pt x="32195" y="0"/>
                          <a:pt x="41529" y="9334"/>
                          <a:pt x="41529" y="20765"/>
                        </a:cubicBezTo>
                        <a:close/>
                      </a:path>
                    </a:pathLst>
                  </a:cu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 dirty="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87" name="Google Shape;887;p28"/>
                  <p:cNvSpPr/>
                  <p:nvPr/>
                </p:nvSpPr>
                <p:spPr>
                  <a:xfrm>
                    <a:off x="7673721" y="1566576"/>
                    <a:ext cx="41528" cy="4152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41528" h="41529" extrusionOk="0">
                        <a:moveTo>
                          <a:pt x="41529" y="20765"/>
                        </a:moveTo>
                        <a:cubicBezTo>
                          <a:pt x="41529" y="32290"/>
                          <a:pt x="32195" y="41529"/>
                          <a:pt x="20764" y="41529"/>
                        </a:cubicBezTo>
                        <a:cubicBezTo>
                          <a:pt x="9334" y="41529"/>
                          <a:pt x="0" y="32194"/>
                          <a:pt x="0" y="20765"/>
                        </a:cubicBezTo>
                        <a:cubicBezTo>
                          <a:pt x="0" y="9334"/>
                          <a:pt x="9334" y="0"/>
                          <a:pt x="20764" y="0"/>
                        </a:cubicBezTo>
                        <a:cubicBezTo>
                          <a:pt x="32195" y="0"/>
                          <a:pt x="41529" y="9334"/>
                          <a:pt x="41529" y="20765"/>
                        </a:cubicBezTo>
                        <a:close/>
                      </a:path>
                    </a:pathLst>
                  </a:custGeom>
                  <a:solidFill>
                    <a:schemeClr val="accen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 dirty="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88" name="Google Shape;888;p28"/>
                  <p:cNvSpPr/>
                  <p:nvPr/>
                </p:nvSpPr>
                <p:spPr>
                  <a:xfrm>
                    <a:off x="7612094" y="1566576"/>
                    <a:ext cx="41529" cy="4152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41529" h="41529" extrusionOk="0">
                        <a:moveTo>
                          <a:pt x="41529" y="20765"/>
                        </a:moveTo>
                        <a:cubicBezTo>
                          <a:pt x="41529" y="32290"/>
                          <a:pt x="32195" y="41529"/>
                          <a:pt x="20764" y="41529"/>
                        </a:cubicBezTo>
                        <a:cubicBezTo>
                          <a:pt x="9335" y="41529"/>
                          <a:pt x="0" y="32194"/>
                          <a:pt x="0" y="20765"/>
                        </a:cubicBezTo>
                        <a:cubicBezTo>
                          <a:pt x="0" y="9334"/>
                          <a:pt x="9335" y="0"/>
                          <a:pt x="20764" y="0"/>
                        </a:cubicBezTo>
                        <a:cubicBezTo>
                          <a:pt x="32195" y="0"/>
                          <a:pt x="41529" y="9334"/>
                          <a:pt x="41529" y="20765"/>
                        </a:cubicBezTo>
                        <a:close/>
                      </a:path>
                    </a:pathLst>
                  </a:custGeom>
                  <a:solidFill>
                    <a:schemeClr val="lt2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 dirty="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</p:grpSp>
          <p:grpSp>
            <p:nvGrpSpPr>
              <p:cNvPr id="889" name="Google Shape;889;p28"/>
              <p:cNvGrpSpPr/>
              <p:nvPr/>
            </p:nvGrpSpPr>
            <p:grpSpPr>
              <a:xfrm>
                <a:off x="5612446" y="2047672"/>
                <a:ext cx="323505" cy="338352"/>
                <a:chOff x="7420451" y="1639728"/>
                <a:chExt cx="359091" cy="375571"/>
              </a:xfrm>
            </p:grpSpPr>
            <p:sp>
              <p:nvSpPr>
                <p:cNvPr id="890" name="Google Shape;890;p28"/>
                <p:cNvSpPr/>
                <p:nvPr/>
              </p:nvSpPr>
              <p:spPr>
                <a:xfrm>
                  <a:off x="7420451" y="1852041"/>
                  <a:ext cx="357473" cy="16325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57473" h="163258" extrusionOk="0">
                      <a:moveTo>
                        <a:pt x="40196" y="72962"/>
                      </a:moveTo>
                      <a:lnTo>
                        <a:pt x="0" y="72962"/>
                      </a:lnTo>
                      <a:lnTo>
                        <a:pt x="0" y="90297"/>
                      </a:lnTo>
                      <a:lnTo>
                        <a:pt x="40196" y="90297"/>
                      </a:lnTo>
                      <a:lnTo>
                        <a:pt x="40196" y="72962"/>
                      </a:lnTo>
                      <a:close/>
                      <a:moveTo>
                        <a:pt x="185166" y="126778"/>
                      </a:moveTo>
                      <a:lnTo>
                        <a:pt x="294894" y="126778"/>
                      </a:lnTo>
                      <a:lnTo>
                        <a:pt x="294894" y="109347"/>
                      </a:lnTo>
                      <a:lnTo>
                        <a:pt x="185166" y="109347"/>
                      </a:lnTo>
                      <a:lnTo>
                        <a:pt x="185166" y="126778"/>
                      </a:lnTo>
                      <a:close/>
                      <a:moveTo>
                        <a:pt x="294894" y="0"/>
                      </a:moveTo>
                      <a:lnTo>
                        <a:pt x="38291" y="0"/>
                      </a:lnTo>
                      <a:lnTo>
                        <a:pt x="38291" y="17335"/>
                      </a:lnTo>
                      <a:lnTo>
                        <a:pt x="294894" y="17335"/>
                      </a:lnTo>
                      <a:lnTo>
                        <a:pt x="294894" y="0"/>
                      </a:lnTo>
                      <a:close/>
                      <a:moveTo>
                        <a:pt x="0" y="163259"/>
                      </a:moveTo>
                      <a:lnTo>
                        <a:pt x="99632" y="163259"/>
                      </a:lnTo>
                      <a:lnTo>
                        <a:pt x="99632" y="145828"/>
                      </a:lnTo>
                      <a:lnTo>
                        <a:pt x="0" y="145828"/>
                      </a:lnTo>
                      <a:lnTo>
                        <a:pt x="0" y="163259"/>
                      </a:lnTo>
                      <a:close/>
                      <a:moveTo>
                        <a:pt x="76581" y="36481"/>
                      </a:moveTo>
                      <a:lnTo>
                        <a:pt x="0" y="36481"/>
                      </a:lnTo>
                      <a:lnTo>
                        <a:pt x="0" y="53816"/>
                      </a:lnTo>
                      <a:lnTo>
                        <a:pt x="76581" y="53816"/>
                      </a:lnTo>
                      <a:lnTo>
                        <a:pt x="76581" y="36481"/>
                      </a:lnTo>
                      <a:close/>
                      <a:moveTo>
                        <a:pt x="52483" y="90297"/>
                      </a:moveTo>
                      <a:lnTo>
                        <a:pt x="207836" y="90297"/>
                      </a:lnTo>
                      <a:lnTo>
                        <a:pt x="207836" y="72962"/>
                      </a:lnTo>
                      <a:lnTo>
                        <a:pt x="52483" y="72962"/>
                      </a:lnTo>
                      <a:lnTo>
                        <a:pt x="52483" y="90297"/>
                      </a:lnTo>
                      <a:close/>
                      <a:moveTo>
                        <a:pt x="164402" y="109347"/>
                      </a:moveTo>
                      <a:lnTo>
                        <a:pt x="0" y="109347"/>
                      </a:lnTo>
                      <a:lnTo>
                        <a:pt x="0" y="126778"/>
                      </a:lnTo>
                      <a:lnTo>
                        <a:pt x="164402" y="126778"/>
                      </a:lnTo>
                      <a:lnTo>
                        <a:pt x="164402" y="109347"/>
                      </a:lnTo>
                      <a:close/>
                      <a:moveTo>
                        <a:pt x="220218" y="90297"/>
                      </a:moveTo>
                      <a:lnTo>
                        <a:pt x="357378" y="90297"/>
                      </a:lnTo>
                      <a:lnTo>
                        <a:pt x="357378" y="72962"/>
                      </a:lnTo>
                      <a:lnTo>
                        <a:pt x="220218" y="72962"/>
                      </a:lnTo>
                      <a:lnTo>
                        <a:pt x="220218" y="90297"/>
                      </a:lnTo>
                      <a:close/>
                      <a:moveTo>
                        <a:pt x="97441" y="53816"/>
                      </a:moveTo>
                      <a:lnTo>
                        <a:pt x="357474" y="53816"/>
                      </a:lnTo>
                      <a:lnTo>
                        <a:pt x="357474" y="36481"/>
                      </a:lnTo>
                      <a:lnTo>
                        <a:pt x="97441" y="36481"/>
                      </a:lnTo>
                      <a:lnTo>
                        <a:pt x="97441" y="53816"/>
                      </a:lnTo>
                      <a:close/>
                      <a:moveTo>
                        <a:pt x="305371" y="0"/>
                      </a:moveTo>
                      <a:lnTo>
                        <a:pt x="305371" y="17335"/>
                      </a:lnTo>
                      <a:lnTo>
                        <a:pt x="357378" y="17335"/>
                      </a:lnTo>
                      <a:lnTo>
                        <a:pt x="357378" y="0"/>
                      </a:lnTo>
                      <a:lnTo>
                        <a:pt x="305371" y="0"/>
                      </a:lnTo>
                      <a:close/>
                      <a:moveTo>
                        <a:pt x="315659" y="126778"/>
                      </a:moveTo>
                      <a:lnTo>
                        <a:pt x="357378" y="126778"/>
                      </a:lnTo>
                      <a:lnTo>
                        <a:pt x="357378" y="109347"/>
                      </a:lnTo>
                      <a:lnTo>
                        <a:pt x="315659" y="109347"/>
                      </a:lnTo>
                      <a:lnTo>
                        <a:pt x="315659" y="126778"/>
                      </a:lnTo>
                      <a:close/>
                      <a:moveTo>
                        <a:pt x="120396" y="163259"/>
                      </a:moveTo>
                      <a:lnTo>
                        <a:pt x="222981" y="163259"/>
                      </a:lnTo>
                      <a:lnTo>
                        <a:pt x="222981" y="145828"/>
                      </a:lnTo>
                      <a:lnTo>
                        <a:pt x="120396" y="145828"/>
                      </a:lnTo>
                      <a:lnTo>
                        <a:pt x="120396" y="163259"/>
                      </a:lnTo>
                      <a:close/>
                      <a:moveTo>
                        <a:pt x="235363" y="163259"/>
                      </a:moveTo>
                      <a:lnTo>
                        <a:pt x="313563" y="163259"/>
                      </a:lnTo>
                      <a:lnTo>
                        <a:pt x="313563" y="145828"/>
                      </a:lnTo>
                      <a:lnTo>
                        <a:pt x="235363" y="145828"/>
                      </a:lnTo>
                      <a:lnTo>
                        <a:pt x="235363" y="163259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891" name="Google Shape;891;p28"/>
                <p:cNvSpPr/>
                <p:nvPr/>
              </p:nvSpPr>
              <p:spPr>
                <a:xfrm>
                  <a:off x="7425594" y="1639728"/>
                  <a:ext cx="353948" cy="18011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53948" h="180117" extrusionOk="0">
                      <a:moveTo>
                        <a:pt x="0" y="0"/>
                      </a:moveTo>
                      <a:lnTo>
                        <a:pt x="353949" y="0"/>
                      </a:lnTo>
                      <a:lnTo>
                        <a:pt x="353949" y="180118"/>
                      </a:lnTo>
                      <a:lnTo>
                        <a:pt x="0" y="180118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</p:grpSp>
        <p:grpSp>
          <p:nvGrpSpPr>
            <p:cNvPr id="892" name="Google Shape;892;p28"/>
            <p:cNvGrpSpPr/>
            <p:nvPr/>
          </p:nvGrpSpPr>
          <p:grpSpPr>
            <a:xfrm>
              <a:off x="7810967" y="2543174"/>
              <a:ext cx="1047787" cy="27232"/>
              <a:chOff x="7384446" y="3573113"/>
              <a:chExt cx="952880" cy="24765"/>
            </a:xfrm>
          </p:grpSpPr>
          <p:sp>
            <p:nvSpPr>
              <p:cNvPr id="893" name="Google Shape;893;p28"/>
              <p:cNvSpPr/>
              <p:nvPr/>
            </p:nvSpPr>
            <p:spPr>
              <a:xfrm>
                <a:off x="7396162" y="3585495"/>
                <a:ext cx="929354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29354" h="9525" extrusionOk="0">
                    <a:moveTo>
                      <a:pt x="929354" y="0"/>
                    </a:moveTo>
                    <a:lnTo>
                      <a:pt x="0" y="0"/>
                    </a:lnTo>
                  </a:path>
                </a:pathLst>
              </a:custGeom>
              <a:solidFill>
                <a:schemeClr val="accent4"/>
              </a:solidFill>
              <a:ln w="10950" cap="flat" cmpd="sng">
                <a:solidFill>
                  <a:schemeClr val="accent4"/>
                </a:solidFill>
                <a:prstDash val="dashDot"/>
                <a:miter lim="8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894" name="Google Shape;894;p28"/>
              <p:cNvSpPr/>
              <p:nvPr/>
            </p:nvSpPr>
            <p:spPr>
              <a:xfrm>
                <a:off x="8312562" y="3573113"/>
                <a:ext cx="24764" cy="24765"/>
              </a:xfrm>
              <a:custGeom>
                <a:avLst/>
                <a:gdLst/>
                <a:ahLst/>
                <a:cxnLst/>
                <a:rect l="l" t="t" r="r" b="b"/>
                <a:pathLst>
                  <a:path w="24764" h="24765" extrusionOk="0">
                    <a:moveTo>
                      <a:pt x="12382" y="0"/>
                    </a:moveTo>
                    <a:cubicBezTo>
                      <a:pt x="19240" y="0"/>
                      <a:pt x="24765" y="5524"/>
                      <a:pt x="24765" y="12382"/>
                    </a:cubicBezTo>
                    <a:cubicBezTo>
                      <a:pt x="24765" y="19240"/>
                      <a:pt x="19240" y="24765"/>
                      <a:pt x="12382" y="24765"/>
                    </a:cubicBezTo>
                    <a:cubicBezTo>
                      <a:pt x="5524" y="24765"/>
                      <a:pt x="0" y="19240"/>
                      <a:pt x="0" y="12382"/>
                    </a:cubicBezTo>
                    <a:cubicBezTo>
                      <a:pt x="0" y="5524"/>
                      <a:pt x="5524" y="0"/>
                      <a:pt x="12382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 w="9525" cap="flat" cmpd="sng">
                <a:solidFill>
                  <a:schemeClr val="accent4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895" name="Google Shape;895;p28"/>
              <p:cNvSpPr/>
              <p:nvPr/>
            </p:nvSpPr>
            <p:spPr>
              <a:xfrm>
                <a:off x="7384446" y="3573113"/>
                <a:ext cx="24764" cy="24765"/>
              </a:xfrm>
              <a:custGeom>
                <a:avLst/>
                <a:gdLst/>
                <a:ahLst/>
                <a:cxnLst/>
                <a:rect l="l" t="t" r="r" b="b"/>
                <a:pathLst>
                  <a:path w="24764" h="24765" extrusionOk="0">
                    <a:moveTo>
                      <a:pt x="12382" y="0"/>
                    </a:moveTo>
                    <a:cubicBezTo>
                      <a:pt x="5524" y="0"/>
                      <a:pt x="0" y="5524"/>
                      <a:pt x="0" y="12382"/>
                    </a:cubicBezTo>
                    <a:cubicBezTo>
                      <a:pt x="0" y="19240"/>
                      <a:pt x="5524" y="24765"/>
                      <a:pt x="12382" y="24765"/>
                    </a:cubicBezTo>
                    <a:cubicBezTo>
                      <a:pt x="19240" y="24765"/>
                      <a:pt x="24765" y="19240"/>
                      <a:pt x="24765" y="12382"/>
                    </a:cubicBezTo>
                    <a:cubicBezTo>
                      <a:pt x="24765" y="5524"/>
                      <a:pt x="19240" y="0"/>
                      <a:pt x="12382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 w="9525" cap="flat" cmpd="sng">
                <a:solidFill>
                  <a:schemeClr val="accent4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896" name="Google Shape;896;p28"/>
            <p:cNvGrpSpPr/>
            <p:nvPr/>
          </p:nvGrpSpPr>
          <p:grpSpPr>
            <a:xfrm>
              <a:off x="8348540" y="2013384"/>
              <a:ext cx="657643" cy="856749"/>
              <a:chOff x="-2" y="3134666"/>
              <a:chExt cx="498554" cy="649495"/>
            </a:xfrm>
          </p:grpSpPr>
          <p:grpSp>
            <p:nvGrpSpPr>
              <p:cNvPr id="897" name="Google Shape;897;p28"/>
              <p:cNvGrpSpPr/>
              <p:nvPr/>
            </p:nvGrpSpPr>
            <p:grpSpPr>
              <a:xfrm>
                <a:off x="-2" y="3134666"/>
                <a:ext cx="498554" cy="649495"/>
                <a:chOff x="895350" y="4265199"/>
                <a:chExt cx="598074" cy="779145"/>
              </a:xfrm>
            </p:grpSpPr>
            <p:sp>
              <p:nvSpPr>
                <p:cNvPr id="898" name="Google Shape;898;p28"/>
                <p:cNvSpPr/>
                <p:nvPr/>
              </p:nvSpPr>
              <p:spPr>
                <a:xfrm>
                  <a:off x="895350" y="4265199"/>
                  <a:ext cx="598074" cy="77914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98074" h="779145" extrusionOk="0">
                      <a:moveTo>
                        <a:pt x="557022" y="0"/>
                      </a:moveTo>
                      <a:cubicBezTo>
                        <a:pt x="579695" y="0"/>
                        <a:pt x="598075" y="18380"/>
                        <a:pt x="598075" y="41053"/>
                      </a:cubicBezTo>
                      <a:lnTo>
                        <a:pt x="598075" y="738092"/>
                      </a:lnTo>
                      <a:cubicBezTo>
                        <a:pt x="598075" y="760765"/>
                        <a:pt x="579695" y="779145"/>
                        <a:pt x="557022" y="779145"/>
                      </a:cubicBezTo>
                      <a:lnTo>
                        <a:pt x="41053" y="779145"/>
                      </a:lnTo>
                      <a:cubicBezTo>
                        <a:pt x="18380" y="779145"/>
                        <a:pt x="0" y="760765"/>
                        <a:pt x="0" y="738092"/>
                      </a:cubicBezTo>
                      <a:lnTo>
                        <a:pt x="0" y="41053"/>
                      </a:lnTo>
                      <a:cubicBezTo>
                        <a:pt x="0" y="18380"/>
                        <a:pt x="18380" y="0"/>
                        <a:pt x="41053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899" name="Google Shape;899;p28"/>
                <p:cNvGrpSpPr/>
                <p:nvPr/>
              </p:nvGrpSpPr>
              <p:grpSpPr>
                <a:xfrm>
                  <a:off x="1284732" y="4296441"/>
                  <a:ext cx="164876" cy="41528"/>
                  <a:chOff x="1284732" y="4296441"/>
                  <a:chExt cx="164876" cy="41528"/>
                </a:xfrm>
              </p:grpSpPr>
              <p:sp>
                <p:nvSpPr>
                  <p:cNvPr id="900" name="Google Shape;900;p28"/>
                  <p:cNvSpPr/>
                  <p:nvPr/>
                </p:nvSpPr>
                <p:spPr>
                  <a:xfrm>
                    <a:off x="1408080" y="4296441"/>
                    <a:ext cx="41528" cy="41528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41528" h="41528" extrusionOk="0">
                        <a:moveTo>
                          <a:pt x="41529" y="20764"/>
                        </a:moveTo>
                        <a:cubicBezTo>
                          <a:pt x="41529" y="32290"/>
                          <a:pt x="32194" y="41529"/>
                          <a:pt x="20764" y="41529"/>
                        </a:cubicBezTo>
                        <a:cubicBezTo>
                          <a:pt x="9334" y="41529"/>
                          <a:pt x="0" y="32195"/>
                          <a:pt x="0" y="20764"/>
                        </a:cubicBezTo>
                        <a:cubicBezTo>
                          <a:pt x="0" y="9334"/>
                          <a:pt x="9334" y="0"/>
                          <a:pt x="20764" y="0"/>
                        </a:cubicBezTo>
                        <a:cubicBezTo>
                          <a:pt x="32194" y="0"/>
                          <a:pt x="41529" y="9334"/>
                          <a:pt x="41529" y="20764"/>
                        </a:cubicBezTo>
                        <a:close/>
                      </a:path>
                    </a:pathLst>
                  </a:cu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 dirty="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01" name="Google Shape;901;p28"/>
                  <p:cNvSpPr/>
                  <p:nvPr/>
                </p:nvSpPr>
                <p:spPr>
                  <a:xfrm>
                    <a:off x="1346358" y="4296441"/>
                    <a:ext cx="41529" cy="41528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41529" h="41528" extrusionOk="0">
                        <a:moveTo>
                          <a:pt x="41529" y="20764"/>
                        </a:moveTo>
                        <a:cubicBezTo>
                          <a:pt x="41529" y="32290"/>
                          <a:pt x="32195" y="41529"/>
                          <a:pt x="20765" y="41529"/>
                        </a:cubicBezTo>
                        <a:cubicBezTo>
                          <a:pt x="9335" y="41529"/>
                          <a:pt x="0" y="32195"/>
                          <a:pt x="0" y="20764"/>
                        </a:cubicBezTo>
                        <a:cubicBezTo>
                          <a:pt x="0" y="9334"/>
                          <a:pt x="9335" y="0"/>
                          <a:pt x="20765" y="0"/>
                        </a:cubicBezTo>
                        <a:cubicBezTo>
                          <a:pt x="32195" y="0"/>
                          <a:pt x="41529" y="9334"/>
                          <a:pt x="41529" y="20764"/>
                        </a:cubicBezTo>
                        <a:close/>
                      </a:path>
                    </a:pathLst>
                  </a:custGeom>
                  <a:solidFill>
                    <a:schemeClr val="accen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 dirty="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02" name="Google Shape;902;p28"/>
                  <p:cNvSpPr/>
                  <p:nvPr/>
                </p:nvSpPr>
                <p:spPr>
                  <a:xfrm>
                    <a:off x="1284732" y="4296441"/>
                    <a:ext cx="41529" cy="41528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41529" h="41528" extrusionOk="0">
                        <a:moveTo>
                          <a:pt x="41529" y="20764"/>
                        </a:moveTo>
                        <a:cubicBezTo>
                          <a:pt x="41529" y="32290"/>
                          <a:pt x="32194" y="41529"/>
                          <a:pt x="20765" y="41529"/>
                        </a:cubicBezTo>
                        <a:cubicBezTo>
                          <a:pt x="9334" y="41529"/>
                          <a:pt x="0" y="32195"/>
                          <a:pt x="0" y="20764"/>
                        </a:cubicBezTo>
                        <a:cubicBezTo>
                          <a:pt x="0" y="9334"/>
                          <a:pt x="9334" y="0"/>
                          <a:pt x="20765" y="0"/>
                        </a:cubicBezTo>
                        <a:cubicBezTo>
                          <a:pt x="32194" y="0"/>
                          <a:pt x="41529" y="9334"/>
                          <a:pt x="41529" y="20764"/>
                        </a:cubicBezTo>
                        <a:close/>
                      </a:path>
                    </a:pathLst>
                  </a:custGeom>
                  <a:solidFill>
                    <a:schemeClr val="lt2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 dirty="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</p:grpSp>
          <p:grpSp>
            <p:nvGrpSpPr>
              <p:cNvPr id="903" name="Google Shape;903;p28"/>
              <p:cNvGrpSpPr/>
              <p:nvPr/>
            </p:nvGrpSpPr>
            <p:grpSpPr>
              <a:xfrm>
                <a:off x="59230" y="3269171"/>
                <a:ext cx="382391" cy="400019"/>
                <a:chOff x="966406" y="4426553"/>
                <a:chExt cx="458723" cy="479869"/>
              </a:xfrm>
            </p:grpSpPr>
            <p:sp>
              <p:nvSpPr>
                <p:cNvPr id="904" name="Google Shape;904;p28"/>
                <p:cNvSpPr/>
                <p:nvPr/>
              </p:nvSpPr>
              <p:spPr>
                <a:xfrm>
                  <a:off x="966406" y="4697825"/>
                  <a:ext cx="456723" cy="20859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56723" h="208597" extrusionOk="0">
                      <a:moveTo>
                        <a:pt x="51340" y="93250"/>
                      </a:moveTo>
                      <a:lnTo>
                        <a:pt x="0" y="93250"/>
                      </a:lnTo>
                      <a:lnTo>
                        <a:pt x="0" y="115443"/>
                      </a:lnTo>
                      <a:lnTo>
                        <a:pt x="51340" y="115443"/>
                      </a:lnTo>
                      <a:lnTo>
                        <a:pt x="51340" y="93250"/>
                      </a:lnTo>
                      <a:close/>
                      <a:moveTo>
                        <a:pt x="236601" y="162020"/>
                      </a:moveTo>
                      <a:lnTo>
                        <a:pt x="376904" y="162020"/>
                      </a:lnTo>
                      <a:lnTo>
                        <a:pt x="376904" y="139827"/>
                      </a:lnTo>
                      <a:lnTo>
                        <a:pt x="236601" y="139827"/>
                      </a:lnTo>
                      <a:lnTo>
                        <a:pt x="236601" y="162020"/>
                      </a:lnTo>
                      <a:close/>
                      <a:moveTo>
                        <a:pt x="376809" y="0"/>
                      </a:moveTo>
                      <a:lnTo>
                        <a:pt x="48863" y="0"/>
                      </a:lnTo>
                      <a:lnTo>
                        <a:pt x="48863" y="22193"/>
                      </a:lnTo>
                      <a:lnTo>
                        <a:pt x="376809" y="22193"/>
                      </a:lnTo>
                      <a:lnTo>
                        <a:pt x="376809" y="0"/>
                      </a:lnTo>
                      <a:close/>
                      <a:moveTo>
                        <a:pt x="0" y="208597"/>
                      </a:moveTo>
                      <a:lnTo>
                        <a:pt x="127349" y="208597"/>
                      </a:lnTo>
                      <a:lnTo>
                        <a:pt x="127349" y="186404"/>
                      </a:lnTo>
                      <a:lnTo>
                        <a:pt x="0" y="186404"/>
                      </a:lnTo>
                      <a:lnTo>
                        <a:pt x="0" y="208597"/>
                      </a:lnTo>
                      <a:close/>
                      <a:moveTo>
                        <a:pt x="97917" y="46577"/>
                      </a:moveTo>
                      <a:lnTo>
                        <a:pt x="0" y="46577"/>
                      </a:lnTo>
                      <a:lnTo>
                        <a:pt x="0" y="68771"/>
                      </a:lnTo>
                      <a:lnTo>
                        <a:pt x="97917" y="68771"/>
                      </a:lnTo>
                      <a:lnTo>
                        <a:pt x="97917" y="46577"/>
                      </a:lnTo>
                      <a:close/>
                      <a:moveTo>
                        <a:pt x="67056" y="115348"/>
                      </a:moveTo>
                      <a:lnTo>
                        <a:pt x="265557" y="115348"/>
                      </a:lnTo>
                      <a:lnTo>
                        <a:pt x="265557" y="93154"/>
                      </a:lnTo>
                      <a:lnTo>
                        <a:pt x="67056" y="93154"/>
                      </a:lnTo>
                      <a:lnTo>
                        <a:pt x="67056" y="115348"/>
                      </a:lnTo>
                      <a:close/>
                      <a:moveTo>
                        <a:pt x="210026" y="139732"/>
                      </a:moveTo>
                      <a:lnTo>
                        <a:pt x="0" y="139732"/>
                      </a:lnTo>
                      <a:lnTo>
                        <a:pt x="0" y="161925"/>
                      </a:lnTo>
                      <a:lnTo>
                        <a:pt x="210122" y="161925"/>
                      </a:lnTo>
                      <a:lnTo>
                        <a:pt x="210122" y="139732"/>
                      </a:lnTo>
                      <a:close/>
                      <a:moveTo>
                        <a:pt x="281369" y="115348"/>
                      </a:moveTo>
                      <a:lnTo>
                        <a:pt x="456724" y="115348"/>
                      </a:lnTo>
                      <a:lnTo>
                        <a:pt x="456724" y="93154"/>
                      </a:lnTo>
                      <a:lnTo>
                        <a:pt x="281369" y="93154"/>
                      </a:lnTo>
                      <a:lnTo>
                        <a:pt x="281369" y="115348"/>
                      </a:lnTo>
                      <a:close/>
                      <a:moveTo>
                        <a:pt x="124397" y="68771"/>
                      </a:moveTo>
                      <a:lnTo>
                        <a:pt x="456629" y="68771"/>
                      </a:lnTo>
                      <a:lnTo>
                        <a:pt x="456629" y="46577"/>
                      </a:lnTo>
                      <a:lnTo>
                        <a:pt x="124397" y="46577"/>
                      </a:lnTo>
                      <a:lnTo>
                        <a:pt x="124397" y="68771"/>
                      </a:lnTo>
                      <a:close/>
                      <a:moveTo>
                        <a:pt x="390144" y="0"/>
                      </a:moveTo>
                      <a:lnTo>
                        <a:pt x="390144" y="22193"/>
                      </a:lnTo>
                      <a:lnTo>
                        <a:pt x="456629" y="22193"/>
                      </a:lnTo>
                      <a:lnTo>
                        <a:pt x="456629" y="0"/>
                      </a:lnTo>
                      <a:lnTo>
                        <a:pt x="390144" y="0"/>
                      </a:lnTo>
                      <a:close/>
                      <a:moveTo>
                        <a:pt x="403289" y="162020"/>
                      </a:moveTo>
                      <a:lnTo>
                        <a:pt x="456629" y="162020"/>
                      </a:lnTo>
                      <a:lnTo>
                        <a:pt x="456629" y="139827"/>
                      </a:lnTo>
                      <a:lnTo>
                        <a:pt x="403289" y="139827"/>
                      </a:lnTo>
                      <a:lnTo>
                        <a:pt x="403289" y="162020"/>
                      </a:lnTo>
                      <a:close/>
                      <a:moveTo>
                        <a:pt x="153734" y="208597"/>
                      </a:moveTo>
                      <a:lnTo>
                        <a:pt x="284893" y="208597"/>
                      </a:lnTo>
                      <a:lnTo>
                        <a:pt x="284893" y="186404"/>
                      </a:lnTo>
                      <a:lnTo>
                        <a:pt x="153734" y="186404"/>
                      </a:lnTo>
                      <a:lnTo>
                        <a:pt x="153734" y="208597"/>
                      </a:lnTo>
                      <a:close/>
                      <a:moveTo>
                        <a:pt x="300704" y="208597"/>
                      </a:moveTo>
                      <a:lnTo>
                        <a:pt x="400622" y="208597"/>
                      </a:lnTo>
                      <a:lnTo>
                        <a:pt x="400622" y="186404"/>
                      </a:lnTo>
                      <a:lnTo>
                        <a:pt x="300704" y="186404"/>
                      </a:lnTo>
                      <a:lnTo>
                        <a:pt x="300704" y="208597"/>
                      </a:ln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905" name="Google Shape;905;p28"/>
                <p:cNvSpPr/>
                <p:nvPr/>
              </p:nvSpPr>
              <p:spPr>
                <a:xfrm>
                  <a:off x="972883" y="4426553"/>
                  <a:ext cx="452246" cy="23021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52246" h="230219" extrusionOk="0">
                      <a:moveTo>
                        <a:pt x="0" y="0"/>
                      </a:moveTo>
                      <a:lnTo>
                        <a:pt x="452247" y="0"/>
                      </a:lnTo>
                      <a:lnTo>
                        <a:pt x="452247" y="230219"/>
                      </a:lnTo>
                      <a:lnTo>
                        <a:pt x="0" y="230219"/>
                      </a:ln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</p:grpSp>
        <p:grpSp>
          <p:nvGrpSpPr>
            <p:cNvPr id="906" name="Google Shape;906;p28"/>
            <p:cNvGrpSpPr/>
            <p:nvPr/>
          </p:nvGrpSpPr>
          <p:grpSpPr>
            <a:xfrm>
              <a:off x="5165167" y="2950875"/>
              <a:ext cx="645598" cy="1166771"/>
              <a:chOff x="5165167" y="2950875"/>
              <a:chExt cx="645598" cy="1166771"/>
            </a:xfrm>
          </p:grpSpPr>
          <p:grpSp>
            <p:nvGrpSpPr>
              <p:cNvPr id="907" name="Google Shape;907;p28"/>
              <p:cNvGrpSpPr/>
              <p:nvPr/>
            </p:nvGrpSpPr>
            <p:grpSpPr>
              <a:xfrm>
                <a:off x="5165167" y="2950875"/>
                <a:ext cx="645598" cy="1166771"/>
                <a:chOff x="1024660" y="3708890"/>
                <a:chExt cx="489423" cy="884520"/>
              </a:xfrm>
            </p:grpSpPr>
            <p:grpSp>
              <p:nvGrpSpPr>
                <p:cNvPr id="908" name="Google Shape;908;p28"/>
                <p:cNvGrpSpPr/>
                <p:nvPr/>
              </p:nvGrpSpPr>
              <p:grpSpPr>
                <a:xfrm>
                  <a:off x="1024660" y="3708890"/>
                  <a:ext cx="489423" cy="884520"/>
                  <a:chOff x="2124551" y="4954047"/>
                  <a:chExt cx="587120" cy="1061085"/>
                </a:xfrm>
              </p:grpSpPr>
              <p:sp>
                <p:nvSpPr>
                  <p:cNvPr id="909" name="Google Shape;909;p28"/>
                  <p:cNvSpPr/>
                  <p:nvPr/>
                </p:nvSpPr>
                <p:spPr>
                  <a:xfrm>
                    <a:off x="2124551" y="4954047"/>
                    <a:ext cx="587120" cy="106108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587120" h="1061085" extrusionOk="0">
                        <a:moveTo>
                          <a:pt x="91440" y="0"/>
                        </a:moveTo>
                        <a:lnTo>
                          <a:pt x="495681" y="0"/>
                        </a:lnTo>
                        <a:cubicBezTo>
                          <a:pt x="546163" y="0"/>
                          <a:pt x="587121" y="40958"/>
                          <a:pt x="587121" y="91440"/>
                        </a:cubicBezTo>
                        <a:lnTo>
                          <a:pt x="587121" y="969645"/>
                        </a:lnTo>
                        <a:cubicBezTo>
                          <a:pt x="587121" y="1020128"/>
                          <a:pt x="546163" y="1061085"/>
                          <a:pt x="495681" y="1061085"/>
                        </a:cubicBezTo>
                        <a:lnTo>
                          <a:pt x="91440" y="1061085"/>
                        </a:lnTo>
                        <a:cubicBezTo>
                          <a:pt x="40958" y="1061085"/>
                          <a:pt x="0" y="1020128"/>
                          <a:pt x="0" y="969645"/>
                        </a:cubicBezTo>
                        <a:lnTo>
                          <a:pt x="0" y="91440"/>
                        </a:lnTo>
                        <a:cubicBezTo>
                          <a:pt x="0" y="40958"/>
                          <a:pt x="40958" y="0"/>
                          <a:pt x="91440" y="0"/>
                        </a:cubicBez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 dirty="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10" name="Google Shape;910;p28"/>
                  <p:cNvSpPr/>
                  <p:nvPr/>
                </p:nvSpPr>
                <p:spPr>
                  <a:xfrm>
                    <a:off x="2339530" y="4987099"/>
                    <a:ext cx="157162" cy="25527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57162" h="25527" extrusionOk="0">
                        <a:moveTo>
                          <a:pt x="144399" y="25527"/>
                        </a:moveTo>
                        <a:lnTo>
                          <a:pt x="12764" y="25527"/>
                        </a:lnTo>
                        <a:cubicBezTo>
                          <a:pt x="5715" y="25527"/>
                          <a:pt x="0" y="19812"/>
                          <a:pt x="0" y="12764"/>
                        </a:cubicBezTo>
                        <a:lnTo>
                          <a:pt x="0" y="12764"/>
                        </a:lnTo>
                        <a:cubicBezTo>
                          <a:pt x="0" y="5715"/>
                          <a:pt x="5715" y="0"/>
                          <a:pt x="12764" y="0"/>
                        </a:cubicBezTo>
                        <a:lnTo>
                          <a:pt x="144399" y="0"/>
                        </a:lnTo>
                        <a:cubicBezTo>
                          <a:pt x="151448" y="0"/>
                          <a:pt x="157163" y="5715"/>
                          <a:pt x="157163" y="12764"/>
                        </a:cubicBezTo>
                        <a:lnTo>
                          <a:pt x="157163" y="12764"/>
                        </a:lnTo>
                        <a:cubicBezTo>
                          <a:pt x="157163" y="19812"/>
                          <a:pt x="151448" y="25527"/>
                          <a:pt x="144399" y="25527"/>
                        </a:cubicBez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 dirty="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sp>
              <p:nvSpPr>
                <p:cNvPr id="911" name="Google Shape;911;p28"/>
                <p:cNvSpPr/>
                <p:nvPr/>
              </p:nvSpPr>
              <p:spPr>
                <a:xfrm>
                  <a:off x="1059199" y="3818860"/>
                  <a:ext cx="419712" cy="64760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04158" h="777906" extrusionOk="0">
                      <a:moveTo>
                        <a:pt x="0" y="0"/>
                      </a:moveTo>
                      <a:lnTo>
                        <a:pt x="504158" y="0"/>
                      </a:lnTo>
                      <a:lnTo>
                        <a:pt x="504158" y="777907"/>
                      </a:lnTo>
                      <a:lnTo>
                        <a:pt x="0" y="777907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912" name="Google Shape;912;p28"/>
                <p:cNvGrpSpPr/>
                <p:nvPr/>
              </p:nvGrpSpPr>
              <p:grpSpPr>
                <a:xfrm>
                  <a:off x="1108189" y="4182116"/>
                  <a:ext cx="322524" cy="131011"/>
                  <a:chOff x="2224754" y="5521737"/>
                  <a:chExt cx="386905" cy="157163"/>
                </a:xfrm>
              </p:grpSpPr>
              <p:grpSp>
                <p:nvGrpSpPr>
                  <p:cNvPr id="913" name="Google Shape;913;p28"/>
                  <p:cNvGrpSpPr/>
                  <p:nvPr/>
                </p:nvGrpSpPr>
                <p:grpSpPr>
                  <a:xfrm>
                    <a:off x="2224754" y="5521737"/>
                    <a:ext cx="386905" cy="157163"/>
                    <a:chOff x="2224754" y="5521737"/>
                    <a:chExt cx="386905" cy="157163"/>
                  </a:xfrm>
                </p:grpSpPr>
                <p:grpSp>
                  <p:nvGrpSpPr>
                    <p:cNvPr id="914" name="Google Shape;914;p28"/>
                    <p:cNvGrpSpPr/>
                    <p:nvPr/>
                  </p:nvGrpSpPr>
                  <p:grpSpPr>
                    <a:xfrm>
                      <a:off x="2224754" y="5521737"/>
                      <a:ext cx="386905" cy="65532"/>
                      <a:chOff x="2224754" y="5521737"/>
                      <a:chExt cx="386905" cy="65532"/>
                    </a:xfrm>
                  </p:grpSpPr>
                  <p:sp>
                    <p:nvSpPr>
                      <p:cNvPr id="915" name="Google Shape;915;p28"/>
                      <p:cNvSpPr/>
                      <p:nvPr/>
                    </p:nvSpPr>
                    <p:spPr>
                      <a:xfrm>
                        <a:off x="2224754" y="5521737"/>
                        <a:ext cx="386905" cy="65532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86905" h="65532" extrusionOk="0">
                            <a:moveTo>
                              <a:pt x="386810" y="15049"/>
                            </a:moveTo>
                            <a:lnTo>
                              <a:pt x="386810" y="50482"/>
                            </a:lnTo>
                            <a:cubicBezTo>
                              <a:pt x="386810" y="58769"/>
                              <a:pt x="380143" y="65532"/>
                              <a:pt x="371856" y="65532"/>
                            </a:cubicBezTo>
                            <a:lnTo>
                              <a:pt x="14954" y="65532"/>
                            </a:lnTo>
                            <a:cubicBezTo>
                              <a:pt x="14288" y="65532"/>
                              <a:pt x="13525" y="65532"/>
                              <a:pt x="12859" y="65341"/>
                            </a:cubicBezTo>
                            <a:cubicBezTo>
                              <a:pt x="5524" y="64294"/>
                              <a:pt x="0" y="58102"/>
                              <a:pt x="0" y="50482"/>
                            </a:cubicBezTo>
                            <a:lnTo>
                              <a:pt x="0" y="15049"/>
                            </a:lnTo>
                            <a:cubicBezTo>
                              <a:pt x="0" y="6762"/>
                              <a:pt x="6667" y="0"/>
                              <a:pt x="15049" y="0"/>
                            </a:cubicBezTo>
                            <a:lnTo>
                              <a:pt x="371951" y="0"/>
                            </a:lnTo>
                            <a:cubicBezTo>
                              <a:pt x="379476" y="0"/>
                              <a:pt x="385667" y="5619"/>
                              <a:pt x="386715" y="12859"/>
                            </a:cubicBezTo>
                            <a:cubicBezTo>
                              <a:pt x="386810" y="13525"/>
                              <a:pt x="386905" y="14288"/>
                              <a:pt x="386905" y="15049"/>
                            </a:cubicBezTo>
                            <a:close/>
                          </a:path>
                        </a:pathLst>
                      </a:custGeom>
                      <a:solidFill>
                        <a:schemeClr val="dk2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45700" rIns="91425" bIns="45700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 sz="1800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916" name="Google Shape;916;p28"/>
                      <p:cNvSpPr/>
                      <p:nvPr/>
                    </p:nvSpPr>
                    <p:spPr>
                      <a:xfrm>
                        <a:off x="2237422" y="5534405"/>
                        <a:ext cx="374141" cy="5286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74141" h="52864" extrusionOk="0">
                            <a:moveTo>
                              <a:pt x="374142" y="2381"/>
                            </a:moveTo>
                            <a:lnTo>
                              <a:pt x="374142" y="37815"/>
                            </a:lnTo>
                            <a:cubicBezTo>
                              <a:pt x="374142" y="46101"/>
                              <a:pt x="367475" y="52864"/>
                              <a:pt x="359188" y="52864"/>
                            </a:cubicBezTo>
                            <a:lnTo>
                              <a:pt x="2286" y="52864"/>
                            </a:lnTo>
                            <a:cubicBezTo>
                              <a:pt x="1619" y="52864"/>
                              <a:pt x="857" y="52864"/>
                              <a:pt x="191" y="52674"/>
                            </a:cubicBezTo>
                            <a:cubicBezTo>
                              <a:pt x="95" y="52007"/>
                              <a:pt x="0" y="51245"/>
                              <a:pt x="0" y="50578"/>
                            </a:cubicBezTo>
                            <a:lnTo>
                              <a:pt x="0" y="15050"/>
                            </a:lnTo>
                            <a:cubicBezTo>
                              <a:pt x="0" y="6763"/>
                              <a:pt x="6668" y="0"/>
                              <a:pt x="14954" y="0"/>
                            </a:cubicBezTo>
                            <a:lnTo>
                              <a:pt x="371856" y="0"/>
                            </a:lnTo>
                            <a:cubicBezTo>
                              <a:pt x="372523" y="0"/>
                              <a:pt x="373285" y="0"/>
                              <a:pt x="373952" y="191"/>
                            </a:cubicBezTo>
                            <a:cubicBezTo>
                              <a:pt x="374047" y="858"/>
                              <a:pt x="374142" y="1620"/>
                              <a:pt x="374142" y="238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45700" rIns="91425" bIns="45700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 sz="1800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  <p:grpSp>
                  <p:nvGrpSpPr>
                    <p:cNvPr id="917" name="Google Shape;917;p28"/>
                    <p:cNvGrpSpPr/>
                    <p:nvPr/>
                  </p:nvGrpSpPr>
                  <p:grpSpPr>
                    <a:xfrm>
                      <a:off x="2224754" y="5613368"/>
                      <a:ext cx="386905" cy="65532"/>
                      <a:chOff x="2224754" y="5613368"/>
                      <a:chExt cx="386905" cy="65532"/>
                    </a:xfrm>
                  </p:grpSpPr>
                  <p:sp>
                    <p:nvSpPr>
                      <p:cNvPr id="918" name="Google Shape;918;p28"/>
                      <p:cNvSpPr/>
                      <p:nvPr/>
                    </p:nvSpPr>
                    <p:spPr>
                      <a:xfrm>
                        <a:off x="2224754" y="5613368"/>
                        <a:ext cx="386905" cy="65532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86905" h="65532" extrusionOk="0">
                            <a:moveTo>
                              <a:pt x="386810" y="15049"/>
                            </a:moveTo>
                            <a:lnTo>
                              <a:pt x="386810" y="50482"/>
                            </a:lnTo>
                            <a:cubicBezTo>
                              <a:pt x="386810" y="58769"/>
                              <a:pt x="380143" y="65532"/>
                              <a:pt x="371856" y="65532"/>
                            </a:cubicBezTo>
                            <a:lnTo>
                              <a:pt x="14954" y="65532"/>
                            </a:lnTo>
                            <a:cubicBezTo>
                              <a:pt x="14288" y="65532"/>
                              <a:pt x="13525" y="65532"/>
                              <a:pt x="12859" y="65341"/>
                            </a:cubicBezTo>
                            <a:cubicBezTo>
                              <a:pt x="5524" y="64294"/>
                              <a:pt x="0" y="58102"/>
                              <a:pt x="0" y="50482"/>
                            </a:cubicBezTo>
                            <a:lnTo>
                              <a:pt x="0" y="15049"/>
                            </a:lnTo>
                            <a:cubicBezTo>
                              <a:pt x="0" y="6762"/>
                              <a:pt x="6667" y="0"/>
                              <a:pt x="15049" y="0"/>
                            </a:cubicBezTo>
                            <a:lnTo>
                              <a:pt x="371951" y="0"/>
                            </a:lnTo>
                            <a:cubicBezTo>
                              <a:pt x="379476" y="0"/>
                              <a:pt x="385667" y="5619"/>
                              <a:pt x="386715" y="12859"/>
                            </a:cubicBezTo>
                            <a:cubicBezTo>
                              <a:pt x="386810" y="13525"/>
                              <a:pt x="386905" y="14288"/>
                              <a:pt x="386905" y="15049"/>
                            </a:cubicBezTo>
                            <a:close/>
                          </a:path>
                        </a:pathLst>
                      </a:custGeom>
                      <a:solidFill>
                        <a:schemeClr val="dk2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45700" rIns="91425" bIns="45700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 sz="1800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919" name="Google Shape;919;p28"/>
                      <p:cNvSpPr/>
                      <p:nvPr/>
                    </p:nvSpPr>
                    <p:spPr>
                      <a:xfrm>
                        <a:off x="2237422" y="5626036"/>
                        <a:ext cx="374141" cy="5286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74141" h="52864" extrusionOk="0">
                            <a:moveTo>
                              <a:pt x="374142" y="2381"/>
                            </a:moveTo>
                            <a:lnTo>
                              <a:pt x="374142" y="37815"/>
                            </a:lnTo>
                            <a:cubicBezTo>
                              <a:pt x="374142" y="46101"/>
                              <a:pt x="367475" y="52864"/>
                              <a:pt x="359188" y="52864"/>
                            </a:cubicBezTo>
                            <a:lnTo>
                              <a:pt x="2286" y="52864"/>
                            </a:lnTo>
                            <a:cubicBezTo>
                              <a:pt x="1619" y="52864"/>
                              <a:pt x="857" y="52864"/>
                              <a:pt x="191" y="52674"/>
                            </a:cubicBezTo>
                            <a:cubicBezTo>
                              <a:pt x="95" y="52007"/>
                              <a:pt x="0" y="51245"/>
                              <a:pt x="0" y="50578"/>
                            </a:cubicBezTo>
                            <a:lnTo>
                              <a:pt x="0" y="15050"/>
                            </a:lnTo>
                            <a:cubicBezTo>
                              <a:pt x="0" y="6763"/>
                              <a:pt x="6668" y="0"/>
                              <a:pt x="14954" y="0"/>
                            </a:cubicBezTo>
                            <a:lnTo>
                              <a:pt x="371856" y="0"/>
                            </a:lnTo>
                            <a:cubicBezTo>
                              <a:pt x="372523" y="0"/>
                              <a:pt x="373285" y="0"/>
                              <a:pt x="373952" y="191"/>
                            </a:cubicBezTo>
                            <a:cubicBezTo>
                              <a:pt x="374047" y="858"/>
                              <a:pt x="374142" y="1620"/>
                              <a:pt x="374142" y="238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45700" rIns="91425" bIns="45700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 sz="1800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920" name="Google Shape;920;p28"/>
                  <p:cNvGrpSpPr/>
                  <p:nvPr/>
                </p:nvGrpSpPr>
                <p:grpSpPr>
                  <a:xfrm>
                    <a:off x="2336863" y="5554217"/>
                    <a:ext cx="177355" cy="15050"/>
                    <a:chOff x="2336863" y="5554217"/>
                    <a:chExt cx="177355" cy="15050"/>
                  </a:xfrm>
                </p:grpSpPr>
                <p:sp>
                  <p:nvSpPr>
                    <p:cNvPr id="921" name="Google Shape;921;p28"/>
                    <p:cNvSpPr/>
                    <p:nvPr/>
                  </p:nvSpPr>
                  <p:spPr>
                    <a:xfrm>
                      <a:off x="2336863" y="5554218"/>
                      <a:ext cx="15049" cy="1504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5049" h="15049" extrusionOk="0">
                          <a:moveTo>
                            <a:pt x="15049" y="7524"/>
                          </a:moveTo>
                          <a:cubicBezTo>
                            <a:pt x="15049" y="11680"/>
                            <a:pt x="11681" y="15049"/>
                            <a:pt x="7525" y="15049"/>
                          </a:cubicBezTo>
                          <a:cubicBezTo>
                            <a:pt x="3369" y="15049"/>
                            <a:pt x="0" y="11680"/>
                            <a:pt x="0" y="7524"/>
                          </a:cubicBezTo>
                          <a:cubicBezTo>
                            <a:pt x="0" y="3369"/>
                            <a:pt x="3369" y="0"/>
                            <a:pt x="7525" y="0"/>
                          </a:cubicBezTo>
                          <a:cubicBezTo>
                            <a:pt x="11681" y="0"/>
                            <a:pt x="15049" y="3369"/>
                            <a:pt x="15049" y="7524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spcFirstLastPara="1" wrap="square" lIns="91425" tIns="45700" rIns="91425" bIns="45700" anchor="ctr" anchorCtr="0">
                      <a:noAutofit/>
                    </a:bodyPr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922" name="Google Shape;922;p28"/>
                    <p:cNvSpPr/>
                    <p:nvPr/>
                  </p:nvSpPr>
                  <p:spPr>
                    <a:xfrm>
                      <a:off x="2377440" y="5554217"/>
                      <a:ext cx="15049" cy="1504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5049" h="15049" extrusionOk="0">
                          <a:moveTo>
                            <a:pt x="15049" y="7525"/>
                          </a:moveTo>
                          <a:cubicBezTo>
                            <a:pt x="15049" y="11716"/>
                            <a:pt x="11716" y="15050"/>
                            <a:pt x="7525" y="15050"/>
                          </a:cubicBezTo>
                          <a:cubicBezTo>
                            <a:pt x="3334" y="15050"/>
                            <a:pt x="0" y="11716"/>
                            <a:pt x="0" y="7525"/>
                          </a:cubicBezTo>
                          <a:cubicBezTo>
                            <a:pt x="0" y="3334"/>
                            <a:pt x="3334" y="0"/>
                            <a:pt x="7525" y="0"/>
                          </a:cubicBezTo>
                          <a:cubicBezTo>
                            <a:pt x="11716" y="0"/>
                            <a:pt x="15049" y="3334"/>
                            <a:pt x="15049" y="7525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spcFirstLastPara="1" wrap="square" lIns="91425" tIns="45700" rIns="91425" bIns="45700" anchor="ctr" anchorCtr="0">
                      <a:noAutofit/>
                    </a:bodyPr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923" name="Google Shape;923;p28"/>
                    <p:cNvSpPr/>
                    <p:nvPr/>
                  </p:nvSpPr>
                  <p:spPr>
                    <a:xfrm>
                      <a:off x="2418016" y="5554217"/>
                      <a:ext cx="15049" cy="1504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5049" h="15049" extrusionOk="0">
                          <a:moveTo>
                            <a:pt x="15050" y="7525"/>
                          </a:moveTo>
                          <a:cubicBezTo>
                            <a:pt x="15050" y="11716"/>
                            <a:pt x="11716" y="15050"/>
                            <a:pt x="7525" y="15050"/>
                          </a:cubicBezTo>
                          <a:cubicBezTo>
                            <a:pt x="3334" y="15050"/>
                            <a:pt x="0" y="11716"/>
                            <a:pt x="0" y="7525"/>
                          </a:cubicBezTo>
                          <a:cubicBezTo>
                            <a:pt x="0" y="3334"/>
                            <a:pt x="3334" y="0"/>
                            <a:pt x="7525" y="0"/>
                          </a:cubicBezTo>
                          <a:cubicBezTo>
                            <a:pt x="11716" y="0"/>
                            <a:pt x="15050" y="3334"/>
                            <a:pt x="15050" y="7525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spcFirstLastPara="1" wrap="square" lIns="91425" tIns="45700" rIns="91425" bIns="45700" anchor="ctr" anchorCtr="0">
                      <a:noAutofit/>
                    </a:bodyPr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924" name="Google Shape;924;p28"/>
                    <p:cNvSpPr/>
                    <p:nvPr/>
                  </p:nvSpPr>
                  <p:spPr>
                    <a:xfrm>
                      <a:off x="2458593" y="5554218"/>
                      <a:ext cx="15049" cy="1504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5049" h="15049" extrusionOk="0">
                          <a:moveTo>
                            <a:pt x="15049" y="7524"/>
                          </a:moveTo>
                          <a:cubicBezTo>
                            <a:pt x="15049" y="11680"/>
                            <a:pt x="11680" y="15049"/>
                            <a:pt x="7525" y="15049"/>
                          </a:cubicBezTo>
                          <a:cubicBezTo>
                            <a:pt x="3369" y="15049"/>
                            <a:pt x="0" y="11680"/>
                            <a:pt x="0" y="7524"/>
                          </a:cubicBezTo>
                          <a:cubicBezTo>
                            <a:pt x="0" y="3369"/>
                            <a:pt x="3369" y="0"/>
                            <a:pt x="7525" y="0"/>
                          </a:cubicBezTo>
                          <a:cubicBezTo>
                            <a:pt x="11681" y="0"/>
                            <a:pt x="15049" y="3369"/>
                            <a:pt x="15049" y="7524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spcFirstLastPara="1" wrap="square" lIns="91425" tIns="45700" rIns="91425" bIns="45700" anchor="ctr" anchorCtr="0">
                      <a:noAutofit/>
                    </a:bodyPr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925" name="Google Shape;925;p28"/>
                    <p:cNvSpPr/>
                    <p:nvPr/>
                  </p:nvSpPr>
                  <p:spPr>
                    <a:xfrm>
                      <a:off x="2499169" y="5554217"/>
                      <a:ext cx="15049" cy="1504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5049" h="15049" extrusionOk="0">
                          <a:moveTo>
                            <a:pt x="15050" y="7525"/>
                          </a:moveTo>
                          <a:cubicBezTo>
                            <a:pt x="15050" y="11716"/>
                            <a:pt x="11716" y="15050"/>
                            <a:pt x="7525" y="15050"/>
                          </a:cubicBezTo>
                          <a:cubicBezTo>
                            <a:pt x="3334" y="15050"/>
                            <a:pt x="0" y="11716"/>
                            <a:pt x="0" y="7525"/>
                          </a:cubicBezTo>
                          <a:cubicBezTo>
                            <a:pt x="0" y="3334"/>
                            <a:pt x="3334" y="0"/>
                            <a:pt x="7525" y="0"/>
                          </a:cubicBezTo>
                          <a:cubicBezTo>
                            <a:pt x="11716" y="0"/>
                            <a:pt x="15050" y="3334"/>
                            <a:pt x="15050" y="7525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spcFirstLastPara="1" wrap="square" lIns="91425" tIns="45700" rIns="91425" bIns="45700" anchor="ctr" anchorCtr="0">
                      <a:noAutofit/>
                    </a:bodyPr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</p:grpSp>
              <p:grpSp>
                <p:nvGrpSpPr>
                  <p:cNvPr id="926" name="Google Shape;926;p28"/>
                  <p:cNvGrpSpPr/>
                  <p:nvPr/>
                </p:nvGrpSpPr>
                <p:grpSpPr>
                  <a:xfrm>
                    <a:off x="2336863" y="5641848"/>
                    <a:ext cx="177355" cy="15049"/>
                    <a:chOff x="2336863" y="5641848"/>
                    <a:chExt cx="177355" cy="15049"/>
                  </a:xfrm>
                </p:grpSpPr>
                <p:sp>
                  <p:nvSpPr>
                    <p:cNvPr id="927" name="Google Shape;927;p28"/>
                    <p:cNvSpPr/>
                    <p:nvPr/>
                  </p:nvSpPr>
                  <p:spPr>
                    <a:xfrm>
                      <a:off x="2336863" y="5641848"/>
                      <a:ext cx="15049" cy="1504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5049" h="15049" extrusionOk="0">
                          <a:moveTo>
                            <a:pt x="15050" y="7525"/>
                          </a:moveTo>
                          <a:cubicBezTo>
                            <a:pt x="15050" y="11716"/>
                            <a:pt x="11716" y="15050"/>
                            <a:pt x="7525" y="15050"/>
                          </a:cubicBezTo>
                          <a:cubicBezTo>
                            <a:pt x="3334" y="15050"/>
                            <a:pt x="0" y="11716"/>
                            <a:pt x="0" y="7525"/>
                          </a:cubicBezTo>
                          <a:cubicBezTo>
                            <a:pt x="0" y="3334"/>
                            <a:pt x="3334" y="0"/>
                            <a:pt x="7525" y="0"/>
                          </a:cubicBezTo>
                          <a:cubicBezTo>
                            <a:pt x="11716" y="0"/>
                            <a:pt x="15050" y="3334"/>
                            <a:pt x="15050" y="7525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spcFirstLastPara="1" wrap="square" lIns="91425" tIns="45700" rIns="91425" bIns="45700" anchor="ctr" anchorCtr="0">
                      <a:noAutofit/>
                    </a:bodyPr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928" name="Google Shape;928;p28"/>
                    <p:cNvSpPr/>
                    <p:nvPr/>
                  </p:nvSpPr>
                  <p:spPr>
                    <a:xfrm>
                      <a:off x="2377440" y="5641848"/>
                      <a:ext cx="15049" cy="1504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5049" h="15049" extrusionOk="0">
                          <a:moveTo>
                            <a:pt x="15049" y="7525"/>
                          </a:moveTo>
                          <a:cubicBezTo>
                            <a:pt x="15049" y="11716"/>
                            <a:pt x="11716" y="15050"/>
                            <a:pt x="7525" y="15050"/>
                          </a:cubicBezTo>
                          <a:cubicBezTo>
                            <a:pt x="3334" y="15050"/>
                            <a:pt x="0" y="11716"/>
                            <a:pt x="0" y="7525"/>
                          </a:cubicBezTo>
                          <a:cubicBezTo>
                            <a:pt x="0" y="3334"/>
                            <a:pt x="3334" y="0"/>
                            <a:pt x="7525" y="0"/>
                          </a:cubicBezTo>
                          <a:cubicBezTo>
                            <a:pt x="11716" y="0"/>
                            <a:pt x="15049" y="3334"/>
                            <a:pt x="15049" y="7525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spcFirstLastPara="1" wrap="square" lIns="91425" tIns="45700" rIns="91425" bIns="45700" anchor="ctr" anchorCtr="0">
                      <a:noAutofit/>
                    </a:bodyPr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929" name="Google Shape;929;p28"/>
                    <p:cNvSpPr/>
                    <p:nvPr/>
                  </p:nvSpPr>
                  <p:spPr>
                    <a:xfrm>
                      <a:off x="2418016" y="5641848"/>
                      <a:ext cx="15049" cy="1504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5049" h="15049" extrusionOk="0">
                          <a:moveTo>
                            <a:pt x="15050" y="7525"/>
                          </a:moveTo>
                          <a:cubicBezTo>
                            <a:pt x="15050" y="11716"/>
                            <a:pt x="11716" y="15050"/>
                            <a:pt x="7525" y="15050"/>
                          </a:cubicBezTo>
                          <a:cubicBezTo>
                            <a:pt x="3334" y="15050"/>
                            <a:pt x="0" y="11716"/>
                            <a:pt x="0" y="7525"/>
                          </a:cubicBezTo>
                          <a:cubicBezTo>
                            <a:pt x="0" y="3334"/>
                            <a:pt x="3334" y="0"/>
                            <a:pt x="7525" y="0"/>
                          </a:cubicBezTo>
                          <a:cubicBezTo>
                            <a:pt x="11716" y="0"/>
                            <a:pt x="15050" y="3334"/>
                            <a:pt x="15050" y="7525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spcFirstLastPara="1" wrap="square" lIns="91425" tIns="45700" rIns="91425" bIns="45700" anchor="ctr" anchorCtr="0">
                      <a:noAutofit/>
                    </a:bodyPr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930" name="Google Shape;930;p28"/>
                    <p:cNvSpPr/>
                    <p:nvPr/>
                  </p:nvSpPr>
                  <p:spPr>
                    <a:xfrm>
                      <a:off x="2458592" y="5641848"/>
                      <a:ext cx="15049" cy="1504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5049" h="15049" extrusionOk="0">
                          <a:moveTo>
                            <a:pt x="15050" y="7525"/>
                          </a:moveTo>
                          <a:cubicBezTo>
                            <a:pt x="15050" y="11716"/>
                            <a:pt x="11716" y="15050"/>
                            <a:pt x="7525" y="15050"/>
                          </a:cubicBezTo>
                          <a:cubicBezTo>
                            <a:pt x="3334" y="15050"/>
                            <a:pt x="0" y="11716"/>
                            <a:pt x="0" y="7525"/>
                          </a:cubicBezTo>
                          <a:cubicBezTo>
                            <a:pt x="0" y="3334"/>
                            <a:pt x="3334" y="0"/>
                            <a:pt x="7525" y="0"/>
                          </a:cubicBezTo>
                          <a:cubicBezTo>
                            <a:pt x="11716" y="0"/>
                            <a:pt x="15050" y="3334"/>
                            <a:pt x="15050" y="7525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spcFirstLastPara="1" wrap="square" lIns="91425" tIns="45700" rIns="91425" bIns="45700" anchor="ctr" anchorCtr="0">
                      <a:noAutofit/>
                    </a:bodyPr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931" name="Google Shape;931;p28"/>
                    <p:cNvSpPr/>
                    <p:nvPr/>
                  </p:nvSpPr>
                  <p:spPr>
                    <a:xfrm>
                      <a:off x="2499169" y="5641848"/>
                      <a:ext cx="15049" cy="1504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5049" h="15049" extrusionOk="0">
                          <a:moveTo>
                            <a:pt x="15050" y="7525"/>
                          </a:moveTo>
                          <a:cubicBezTo>
                            <a:pt x="15050" y="11716"/>
                            <a:pt x="11716" y="15050"/>
                            <a:pt x="7525" y="15050"/>
                          </a:cubicBezTo>
                          <a:cubicBezTo>
                            <a:pt x="3334" y="15050"/>
                            <a:pt x="0" y="11716"/>
                            <a:pt x="0" y="7525"/>
                          </a:cubicBezTo>
                          <a:cubicBezTo>
                            <a:pt x="0" y="3334"/>
                            <a:pt x="3334" y="0"/>
                            <a:pt x="7525" y="0"/>
                          </a:cubicBezTo>
                          <a:cubicBezTo>
                            <a:pt x="11716" y="0"/>
                            <a:pt x="15050" y="3334"/>
                            <a:pt x="15050" y="7525"/>
                          </a:cubicBezTo>
                          <a:close/>
                        </a:path>
                      </a:pathLst>
                    </a:custGeom>
                    <a:solidFill>
                      <a:schemeClr val="accent4"/>
                    </a:solidFill>
                    <a:ln>
                      <a:noFill/>
                    </a:ln>
                  </p:spPr>
                  <p:txBody>
                    <a:bodyPr spcFirstLastPara="1" wrap="square" lIns="91425" tIns="45700" rIns="91425" bIns="45700" anchor="ctr" anchorCtr="0">
                      <a:noAutofit/>
                    </a:bodyPr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</p:grpSp>
            </p:grpSp>
            <p:grpSp>
              <p:nvGrpSpPr>
                <p:cNvPr id="932" name="Google Shape;932;p28"/>
                <p:cNvGrpSpPr/>
                <p:nvPr/>
              </p:nvGrpSpPr>
              <p:grpSpPr>
                <a:xfrm>
                  <a:off x="1161625" y="3903897"/>
                  <a:ext cx="215413" cy="215333"/>
                  <a:chOff x="2288857" y="5187981"/>
                  <a:chExt cx="258413" cy="258317"/>
                </a:xfrm>
              </p:grpSpPr>
              <p:sp>
                <p:nvSpPr>
                  <p:cNvPr id="933" name="Google Shape;933;p28"/>
                  <p:cNvSpPr/>
                  <p:nvPr/>
                </p:nvSpPr>
                <p:spPr>
                  <a:xfrm>
                    <a:off x="2288857" y="5187981"/>
                    <a:ext cx="258413" cy="258317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58413" h="258317" extrusionOk="0">
                        <a:moveTo>
                          <a:pt x="258413" y="129159"/>
                        </a:moveTo>
                        <a:cubicBezTo>
                          <a:pt x="258413" y="159544"/>
                          <a:pt x="247936" y="187452"/>
                          <a:pt x="230410" y="209454"/>
                        </a:cubicBezTo>
                        <a:cubicBezTo>
                          <a:pt x="206692" y="239268"/>
                          <a:pt x="170212" y="258318"/>
                          <a:pt x="129159" y="258318"/>
                        </a:cubicBezTo>
                        <a:cubicBezTo>
                          <a:pt x="88106" y="258318"/>
                          <a:pt x="51625" y="239268"/>
                          <a:pt x="28004" y="209454"/>
                        </a:cubicBezTo>
                        <a:cubicBezTo>
                          <a:pt x="27337" y="208597"/>
                          <a:pt x="26670" y="207740"/>
                          <a:pt x="26003" y="206788"/>
                        </a:cubicBezTo>
                        <a:cubicBezTo>
                          <a:pt x="9716" y="185166"/>
                          <a:pt x="0" y="158305"/>
                          <a:pt x="0" y="129159"/>
                        </a:cubicBezTo>
                        <a:cubicBezTo>
                          <a:pt x="0" y="57817"/>
                          <a:pt x="57817" y="0"/>
                          <a:pt x="129159" y="0"/>
                        </a:cubicBezTo>
                        <a:cubicBezTo>
                          <a:pt x="176784" y="0"/>
                          <a:pt x="218313" y="25717"/>
                          <a:pt x="240697" y="64008"/>
                        </a:cubicBezTo>
                        <a:cubicBezTo>
                          <a:pt x="251936" y="83153"/>
                          <a:pt x="258318" y="105442"/>
                          <a:pt x="258318" y="129159"/>
                        </a:cubicBezTo>
                        <a:close/>
                      </a:path>
                    </a:pathLst>
                  </a:custGeom>
                  <a:solidFill>
                    <a:schemeClr val="dk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 dirty="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34" name="Google Shape;934;p28"/>
                  <p:cNvSpPr/>
                  <p:nvPr/>
                </p:nvSpPr>
                <p:spPr>
                  <a:xfrm>
                    <a:off x="2316956" y="5234082"/>
                    <a:ext cx="202501" cy="212216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02501" h="212216" extrusionOk="0">
                        <a:moveTo>
                          <a:pt x="202406" y="163353"/>
                        </a:moveTo>
                        <a:cubicBezTo>
                          <a:pt x="178689" y="193167"/>
                          <a:pt x="142208" y="212217"/>
                          <a:pt x="101155" y="212217"/>
                        </a:cubicBezTo>
                        <a:cubicBezTo>
                          <a:pt x="60103" y="212217"/>
                          <a:pt x="23622" y="193167"/>
                          <a:pt x="0" y="163353"/>
                        </a:cubicBezTo>
                        <a:cubicBezTo>
                          <a:pt x="9525" y="122682"/>
                          <a:pt x="42958" y="91249"/>
                          <a:pt x="84677" y="84582"/>
                        </a:cubicBezTo>
                        <a:cubicBezTo>
                          <a:pt x="68675" y="78010"/>
                          <a:pt x="57341" y="62293"/>
                          <a:pt x="57341" y="43910"/>
                        </a:cubicBezTo>
                        <a:cubicBezTo>
                          <a:pt x="57341" y="19717"/>
                          <a:pt x="76962" y="0"/>
                          <a:pt x="101251" y="0"/>
                        </a:cubicBezTo>
                        <a:cubicBezTo>
                          <a:pt x="125539" y="0"/>
                          <a:pt x="145161" y="19717"/>
                          <a:pt x="145161" y="43910"/>
                        </a:cubicBezTo>
                        <a:cubicBezTo>
                          <a:pt x="145161" y="62293"/>
                          <a:pt x="133826" y="78010"/>
                          <a:pt x="117824" y="84582"/>
                        </a:cubicBezTo>
                        <a:cubicBezTo>
                          <a:pt x="159544" y="91249"/>
                          <a:pt x="192976" y="122682"/>
                          <a:pt x="202501" y="163353"/>
                        </a:cubicBez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 dirty="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</p:grpSp>
          <p:sp>
            <p:nvSpPr>
              <p:cNvPr id="935" name="Google Shape;935;p28"/>
              <p:cNvSpPr/>
              <p:nvPr/>
            </p:nvSpPr>
            <p:spPr>
              <a:xfrm>
                <a:off x="5401558" y="4012919"/>
                <a:ext cx="172878" cy="28080"/>
              </a:xfrm>
              <a:custGeom>
                <a:avLst/>
                <a:gdLst/>
                <a:ahLst/>
                <a:cxnLst/>
                <a:rect l="l" t="t" r="r" b="b"/>
                <a:pathLst>
                  <a:path w="157162" h="25527" extrusionOk="0">
                    <a:moveTo>
                      <a:pt x="144399" y="25527"/>
                    </a:moveTo>
                    <a:lnTo>
                      <a:pt x="12764" y="25527"/>
                    </a:lnTo>
                    <a:cubicBezTo>
                      <a:pt x="5715" y="25527"/>
                      <a:pt x="0" y="19812"/>
                      <a:pt x="0" y="12764"/>
                    </a:cubicBezTo>
                    <a:lnTo>
                      <a:pt x="0" y="12764"/>
                    </a:lnTo>
                    <a:cubicBezTo>
                      <a:pt x="0" y="5715"/>
                      <a:pt x="5715" y="0"/>
                      <a:pt x="12764" y="0"/>
                    </a:cubicBezTo>
                    <a:lnTo>
                      <a:pt x="144399" y="0"/>
                    </a:lnTo>
                    <a:cubicBezTo>
                      <a:pt x="151448" y="0"/>
                      <a:pt x="157163" y="5715"/>
                      <a:pt x="157163" y="12764"/>
                    </a:cubicBezTo>
                    <a:lnTo>
                      <a:pt x="157163" y="12764"/>
                    </a:lnTo>
                    <a:cubicBezTo>
                      <a:pt x="157163" y="19812"/>
                      <a:pt x="151448" y="25527"/>
                      <a:pt x="144399" y="25527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184" name="Google Shape;756;p28">
            <a:extLst>
              <a:ext uri="{FF2B5EF4-FFF2-40B4-BE49-F238E27FC236}">
                <a16:creationId xmlns:a16="http://schemas.microsoft.com/office/drawing/2014/main" id="{6D268BF5-6DDC-4E1E-9586-3C6F6C554995}"/>
              </a:ext>
            </a:extLst>
          </p:cNvPr>
          <p:cNvSpPr txBox="1">
            <a:spLocks/>
          </p:cNvSpPr>
          <p:nvPr/>
        </p:nvSpPr>
        <p:spPr>
          <a:xfrm>
            <a:off x="2657147" y="2713083"/>
            <a:ext cx="2413118" cy="10891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Lato"/>
              <a:buNone/>
              <a:defRPr sz="16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1pPr>
            <a:lvl2pPr marL="914400" marR="0" lvl="1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Lato"/>
              <a:buNone/>
              <a:defRPr sz="18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2pPr>
            <a:lvl3pPr marL="1371600" marR="0" lvl="2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Lato"/>
              <a:buNone/>
              <a:defRPr sz="18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3pPr>
            <a:lvl4pPr marL="1828800" marR="0" lvl="3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Lato"/>
              <a:buNone/>
              <a:defRPr sz="18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4pPr>
            <a:lvl5pPr marL="2286000" marR="0" lvl="4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Lato"/>
              <a:buNone/>
              <a:defRPr sz="18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5pPr>
            <a:lvl6pPr marL="2743200" marR="0" lvl="5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Lato"/>
              <a:buNone/>
              <a:defRPr sz="18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6pPr>
            <a:lvl7pPr marL="3200400" marR="0" lvl="6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Lato"/>
              <a:buNone/>
              <a:defRPr sz="18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7pPr>
            <a:lvl8pPr marL="3657600" marR="0" lvl="7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Lato"/>
              <a:buNone/>
              <a:defRPr sz="18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8pPr>
            <a:lvl9pPr marL="4114800" marR="0" lvl="8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Lato"/>
              <a:buNone/>
              <a:defRPr sz="18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marL="0" indent="0" algn="ctr"/>
            <a:r>
              <a:rPr lang="hu-HU" sz="2800" u="sng" dirty="0"/>
              <a:t>Témavezető:</a:t>
            </a:r>
            <a:br>
              <a:rPr lang="hu-HU" sz="2800" dirty="0"/>
            </a:br>
            <a:r>
              <a:rPr lang="hu-HU" sz="2800" dirty="0"/>
              <a:t>Kovács Donát</a:t>
            </a:r>
          </a:p>
        </p:txBody>
      </p:sp>
      <p:pic>
        <p:nvPicPr>
          <p:cNvPr id="9" name="Kép 8">
            <a:extLst>
              <a:ext uri="{FF2B5EF4-FFF2-40B4-BE49-F238E27FC236}">
                <a16:creationId xmlns:a16="http://schemas.microsoft.com/office/drawing/2014/main" id="{676FEE0A-91D8-487A-A642-7D5B62A3D7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84684" y="116152"/>
            <a:ext cx="1339554" cy="142674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3" name="Google Shape;1103;p33"/>
          <p:cNvSpPr txBox="1">
            <a:spLocks noGrp="1"/>
          </p:cNvSpPr>
          <p:nvPr>
            <p:ph type="title"/>
          </p:nvPr>
        </p:nvSpPr>
        <p:spPr>
          <a:xfrm>
            <a:off x="2013850" y="841075"/>
            <a:ext cx="5116200" cy="718784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A DÖKNet célja </a:t>
            </a:r>
            <a:endParaRPr dirty="0"/>
          </a:p>
        </p:txBody>
      </p:sp>
      <p:sp>
        <p:nvSpPr>
          <p:cNvPr id="1104" name="Google Shape;1104;p33"/>
          <p:cNvSpPr txBox="1">
            <a:spLocks noGrp="1"/>
          </p:cNvSpPr>
          <p:nvPr>
            <p:ph type="subTitle" idx="1"/>
          </p:nvPr>
        </p:nvSpPr>
        <p:spPr>
          <a:xfrm>
            <a:off x="584391" y="1471290"/>
            <a:ext cx="8078346" cy="283113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r>
              <a:rPr lang="hu-HU" sz="2800" dirty="0"/>
              <a:t>Célunk egy felhasználó barát felület megalkotása volt főként a diákönkormányzati tagok számára illetve az iskola tanulói számára.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2800" dirty="0"/>
              <a:t>Szerettük volna ha a dök tagok könnyebben és átláthatóbb formában tudnák megszervezni az eseményeket.</a:t>
            </a:r>
            <a:endParaRPr sz="2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9" name="Google Shape;949;p30"/>
          <p:cNvSpPr txBox="1">
            <a:spLocks noGrp="1"/>
          </p:cNvSpPr>
          <p:nvPr>
            <p:ph type="title"/>
          </p:nvPr>
        </p:nvSpPr>
        <p:spPr>
          <a:xfrm>
            <a:off x="302507" y="391885"/>
            <a:ext cx="8121493" cy="62583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4000" dirty="0"/>
              <a:t>Használt technológiák</a:t>
            </a:r>
            <a:endParaRPr sz="4000" dirty="0"/>
          </a:p>
        </p:txBody>
      </p:sp>
      <p:sp>
        <p:nvSpPr>
          <p:cNvPr id="950" name="Google Shape;950;p30"/>
          <p:cNvSpPr txBox="1">
            <a:spLocks noGrp="1"/>
          </p:cNvSpPr>
          <p:nvPr>
            <p:ph type="title" idx="2"/>
          </p:nvPr>
        </p:nvSpPr>
        <p:spPr>
          <a:xfrm>
            <a:off x="886900" y="1203373"/>
            <a:ext cx="2124432" cy="572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3200" dirty="0"/>
              <a:t>Backend:</a:t>
            </a:r>
            <a:endParaRPr sz="3200" dirty="0"/>
          </a:p>
        </p:txBody>
      </p:sp>
      <p:sp>
        <p:nvSpPr>
          <p:cNvPr id="951" name="Google Shape;951;p30"/>
          <p:cNvSpPr txBox="1">
            <a:spLocks noGrp="1"/>
          </p:cNvSpPr>
          <p:nvPr>
            <p:ph type="title" idx="3"/>
          </p:nvPr>
        </p:nvSpPr>
        <p:spPr>
          <a:xfrm>
            <a:off x="1100974" y="2890323"/>
            <a:ext cx="2034111" cy="86353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2800" b="0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Next.js API route-ok</a:t>
            </a:r>
            <a:endParaRPr sz="2800" b="0" dirty="0"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</p:txBody>
      </p:sp>
      <p:sp>
        <p:nvSpPr>
          <p:cNvPr id="952" name="Google Shape;952;p30"/>
          <p:cNvSpPr txBox="1">
            <a:spLocks noGrp="1"/>
          </p:cNvSpPr>
          <p:nvPr>
            <p:ph type="title" idx="4"/>
          </p:nvPr>
        </p:nvSpPr>
        <p:spPr>
          <a:xfrm>
            <a:off x="3325279" y="1203373"/>
            <a:ext cx="2305499" cy="572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3200" dirty="0"/>
              <a:t>Frontend:</a:t>
            </a:r>
            <a:endParaRPr sz="3200" dirty="0"/>
          </a:p>
        </p:txBody>
      </p:sp>
      <p:sp>
        <p:nvSpPr>
          <p:cNvPr id="954" name="Google Shape;954;p30"/>
          <p:cNvSpPr txBox="1">
            <a:spLocks noGrp="1"/>
          </p:cNvSpPr>
          <p:nvPr>
            <p:ph type="title" idx="6"/>
          </p:nvPr>
        </p:nvSpPr>
        <p:spPr>
          <a:xfrm>
            <a:off x="5737525" y="1203373"/>
            <a:ext cx="2368322" cy="572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3200" dirty="0"/>
              <a:t>Adatbázis:</a:t>
            </a:r>
            <a:endParaRPr sz="3200" dirty="0"/>
          </a:p>
        </p:txBody>
      </p:sp>
      <p:sp>
        <p:nvSpPr>
          <p:cNvPr id="956" name="Google Shape;956;p30"/>
          <p:cNvSpPr txBox="1">
            <a:spLocks noGrp="1"/>
          </p:cNvSpPr>
          <p:nvPr>
            <p:ph type="subTitle" idx="1"/>
          </p:nvPr>
        </p:nvSpPr>
        <p:spPr>
          <a:xfrm>
            <a:off x="1100975" y="1912475"/>
            <a:ext cx="2305500" cy="750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2800" b="0" dirty="0">
                <a:solidFill>
                  <a:srgbClr val="35363B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Node.js</a:t>
            </a:r>
            <a:endParaRPr sz="2800" b="0" dirty="0">
              <a:solidFill>
                <a:srgbClr val="35363B"/>
              </a:solidFill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</p:txBody>
      </p:sp>
      <p:sp>
        <p:nvSpPr>
          <p:cNvPr id="957" name="Google Shape;957;p30"/>
          <p:cNvSpPr txBox="1">
            <a:spLocks noGrp="1"/>
          </p:cNvSpPr>
          <p:nvPr>
            <p:ph type="subTitle" idx="8"/>
          </p:nvPr>
        </p:nvSpPr>
        <p:spPr>
          <a:xfrm>
            <a:off x="3419250" y="1912475"/>
            <a:ext cx="2305500" cy="97784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2800" b="0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Next.js (React)</a:t>
            </a:r>
            <a:endParaRPr sz="2800" b="0" dirty="0"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</p:txBody>
      </p:sp>
      <p:sp>
        <p:nvSpPr>
          <p:cNvPr id="958" name="Google Shape;958;p30"/>
          <p:cNvSpPr txBox="1">
            <a:spLocks noGrp="1"/>
          </p:cNvSpPr>
          <p:nvPr>
            <p:ph type="subTitle" idx="9"/>
          </p:nvPr>
        </p:nvSpPr>
        <p:spPr>
          <a:xfrm>
            <a:off x="5737524" y="1912475"/>
            <a:ext cx="3014589" cy="97784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hu-HU" sz="2800" b="0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MariaDB</a:t>
            </a:r>
          </a:p>
          <a:p>
            <a:r>
              <a:rPr lang="hu-HU" sz="2800" b="0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(phpMyAdmin)</a:t>
            </a:r>
          </a:p>
        </p:txBody>
      </p:sp>
      <p:sp>
        <p:nvSpPr>
          <p:cNvPr id="960" name="Google Shape;960;p30"/>
          <p:cNvSpPr txBox="1">
            <a:spLocks noGrp="1"/>
          </p:cNvSpPr>
          <p:nvPr>
            <p:ph type="subTitle" idx="14"/>
          </p:nvPr>
        </p:nvSpPr>
        <p:spPr>
          <a:xfrm>
            <a:off x="3406475" y="2896078"/>
            <a:ext cx="2305500" cy="750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2800" b="0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TypeScript</a:t>
            </a:r>
            <a:endParaRPr sz="2800" b="0" dirty="0"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</p:txBody>
      </p:sp>
      <p:sp>
        <p:nvSpPr>
          <p:cNvPr id="19" name="Google Shape;960;p30">
            <a:extLst>
              <a:ext uri="{FF2B5EF4-FFF2-40B4-BE49-F238E27FC236}">
                <a16:creationId xmlns:a16="http://schemas.microsoft.com/office/drawing/2014/main" id="{81850C4F-8BBD-4F85-95F0-23668FE88C41}"/>
              </a:ext>
            </a:extLst>
          </p:cNvPr>
          <p:cNvSpPr txBox="1">
            <a:spLocks/>
          </p:cNvSpPr>
          <p:nvPr/>
        </p:nvSpPr>
        <p:spPr>
          <a:xfrm>
            <a:off x="3406475" y="3652733"/>
            <a:ext cx="2305500" cy="75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18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1pPr>
            <a:lvl2pPr marL="914400" marR="0" lvl="1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24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L="1371600" marR="0" lvl="2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24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L="1828800" marR="0" lvl="3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24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L="2286000" marR="0" lvl="4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24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L="2743200" marR="0" lvl="5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24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L="3200400" marR="0" lvl="6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24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L="3657600" marR="0" lvl="7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24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L="4114800" marR="0" lvl="8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24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pPr marL="0" indent="0"/>
            <a:r>
              <a:rPr lang="hu-HU" sz="2800" b="0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CSS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6" name="Google Shape;1146;p36"/>
          <p:cNvSpPr txBox="1">
            <a:spLocks noGrp="1"/>
          </p:cNvSpPr>
          <p:nvPr>
            <p:ph type="title"/>
          </p:nvPr>
        </p:nvSpPr>
        <p:spPr>
          <a:xfrm>
            <a:off x="339000" y="348925"/>
            <a:ext cx="3852000" cy="69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4000" dirty="0"/>
              <a:t>Főbb funkciók</a:t>
            </a:r>
            <a:endParaRPr sz="4000" dirty="0"/>
          </a:p>
        </p:txBody>
      </p:sp>
      <p:sp>
        <p:nvSpPr>
          <p:cNvPr id="1151" name="Google Shape;1151;p36"/>
          <p:cNvSpPr txBox="1">
            <a:spLocks noGrp="1"/>
          </p:cNvSpPr>
          <p:nvPr>
            <p:ph type="subTitle" idx="5"/>
          </p:nvPr>
        </p:nvSpPr>
        <p:spPr>
          <a:xfrm>
            <a:off x="339000" y="1136412"/>
            <a:ext cx="7440503" cy="132277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2800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Az oldal funkciói a menü sávból érhetőek el. Bizonyos jogosultságú felhasználóknak korlátozott funkciók érhetőek el.</a:t>
            </a:r>
            <a:endParaRPr sz="2800" dirty="0"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</p:txBody>
      </p:sp>
      <p:pic>
        <p:nvPicPr>
          <p:cNvPr id="21" name="Kép 20">
            <a:extLst>
              <a:ext uri="{FF2B5EF4-FFF2-40B4-BE49-F238E27FC236}">
                <a16:creationId xmlns:a16="http://schemas.microsoft.com/office/drawing/2014/main" id="{7898B81A-1217-424D-B388-F5075B41CE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9000" y="2684319"/>
            <a:ext cx="8600645" cy="728962"/>
          </a:xfrm>
          <a:prstGeom prst="rect">
            <a:avLst/>
          </a:prstGeom>
        </p:spPr>
      </p:pic>
      <p:sp>
        <p:nvSpPr>
          <p:cNvPr id="31" name="Google Shape;1151;p36">
            <a:extLst>
              <a:ext uri="{FF2B5EF4-FFF2-40B4-BE49-F238E27FC236}">
                <a16:creationId xmlns:a16="http://schemas.microsoft.com/office/drawing/2014/main" id="{0C8C3D76-7F66-4EE4-9C0F-2E4918305FE3}"/>
              </a:ext>
            </a:extLst>
          </p:cNvPr>
          <p:cNvSpPr txBox="1">
            <a:spLocks/>
          </p:cNvSpPr>
          <p:nvPr/>
        </p:nvSpPr>
        <p:spPr>
          <a:xfrm>
            <a:off x="470748" y="3471805"/>
            <a:ext cx="7440503" cy="8923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18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1pPr>
            <a:lvl2pPr marL="914400" marR="0" lvl="1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24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L="1371600" marR="0" lvl="2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24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L="1828800" marR="0" lvl="3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24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L="2286000" marR="0" lvl="4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24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L="2743200" marR="0" lvl="5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24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L="3200400" marR="0" lvl="6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24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L="3657600" marR="0" lvl="7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24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L="4114800" marR="0" lvl="8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24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pPr marL="0" indent="0"/>
            <a:r>
              <a:rPr lang="hu-HU" sz="2800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Az </a:t>
            </a:r>
            <a:r>
              <a:rPr lang="hu-HU" sz="2800" dirty="0" err="1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admin</a:t>
            </a:r>
            <a:r>
              <a:rPr lang="hu-HU" sz="2800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 az egyetlen felhasználói jogosultság amelyik az összes funkcióhoz hozzáfér.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8" name="Google Shape;1158;p37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Six recommendations</a:t>
            </a:r>
            <a:endParaRPr dirty="0"/>
          </a:p>
        </p:txBody>
      </p:sp>
      <p:sp>
        <p:nvSpPr>
          <p:cNvPr id="1159" name="Google Shape;1159;p37"/>
          <p:cNvSpPr txBox="1">
            <a:spLocks noGrp="1"/>
          </p:cNvSpPr>
          <p:nvPr>
            <p:ph type="subTitle" idx="1"/>
          </p:nvPr>
        </p:nvSpPr>
        <p:spPr>
          <a:xfrm>
            <a:off x="723900" y="1710151"/>
            <a:ext cx="1986000" cy="110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Structure your pitch deck clearly and make sure all the important points are easy to understand</a:t>
            </a:r>
            <a:endParaRPr dirty="0"/>
          </a:p>
        </p:txBody>
      </p:sp>
      <p:sp>
        <p:nvSpPr>
          <p:cNvPr id="1160" name="Google Shape;1160;p37"/>
          <p:cNvSpPr txBox="1">
            <a:spLocks noGrp="1"/>
          </p:cNvSpPr>
          <p:nvPr>
            <p:ph type="subTitle" idx="2"/>
          </p:nvPr>
        </p:nvSpPr>
        <p:spPr>
          <a:xfrm>
            <a:off x="3577144" y="1710161"/>
            <a:ext cx="1986000" cy="110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Incorporate visuals or graphics to illustrate your message and keep the audience engaged</a:t>
            </a:r>
            <a:endParaRPr dirty="0"/>
          </a:p>
        </p:txBody>
      </p:sp>
      <p:sp>
        <p:nvSpPr>
          <p:cNvPr id="1161" name="Google Shape;1161;p37"/>
          <p:cNvSpPr txBox="1">
            <a:spLocks noGrp="1"/>
          </p:cNvSpPr>
          <p:nvPr>
            <p:ph type="subTitle" idx="3"/>
          </p:nvPr>
        </p:nvSpPr>
        <p:spPr>
          <a:xfrm>
            <a:off x="723900" y="3498800"/>
            <a:ext cx="1986000" cy="110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Include impactful stories, statistics, or facts that will help your audience remember your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message afterwards</a:t>
            </a:r>
            <a:endParaRPr dirty="0"/>
          </a:p>
        </p:txBody>
      </p:sp>
      <p:sp>
        <p:nvSpPr>
          <p:cNvPr id="1162" name="Google Shape;1162;p37"/>
          <p:cNvSpPr txBox="1">
            <a:spLocks noGrp="1"/>
          </p:cNvSpPr>
          <p:nvPr>
            <p:ph type="subTitle" idx="4"/>
          </p:nvPr>
        </p:nvSpPr>
        <p:spPr>
          <a:xfrm>
            <a:off x="3577144" y="3498800"/>
            <a:ext cx="1986000" cy="110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Practice presenting your deck beforehand with friends or colleagues for feedback, then use this input to refine it further</a:t>
            </a:r>
            <a:endParaRPr dirty="0"/>
          </a:p>
        </p:txBody>
      </p:sp>
      <p:sp>
        <p:nvSpPr>
          <p:cNvPr id="1163" name="Google Shape;1163;p37"/>
          <p:cNvSpPr txBox="1">
            <a:spLocks noGrp="1"/>
          </p:cNvSpPr>
          <p:nvPr>
            <p:ph type="subTitle" idx="7"/>
          </p:nvPr>
        </p:nvSpPr>
        <p:spPr>
          <a:xfrm>
            <a:off x="731700" y="1060275"/>
            <a:ext cx="1978200" cy="653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Keep it simple</a:t>
            </a:r>
            <a:endParaRPr dirty="0"/>
          </a:p>
        </p:txBody>
      </p:sp>
      <p:sp>
        <p:nvSpPr>
          <p:cNvPr id="1164" name="Google Shape;1164;p37"/>
          <p:cNvSpPr txBox="1">
            <a:spLocks noGrp="1"/>
          </p:cNvSpPr>
          <p:nvPr>
            <p:ph type="subTitle" idx="8"/>
          </p:nvPr>
        </p:nvSpPr>
        <p:spPr>
          <a:xfrm>
            <a:off x="3582994" y="1060284"/>
            <a:ext cx="1978200" cy="653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Use visuals</a:t>
            </a:r>
            <a:endParaRPr dirty="0"/>
          </a:p>
        </p:txBody>
      </p:sp>
      <p:sp>
        <p:nvSpPr>
          <p:cNvPr id="1165" name="Google Shape;1165;p37"/>
          <p:cNvSpPr txBox="1">
            <a:spLocks noGrp="1"/>
          </p:cNvSpPr>
          <p:nvPr>
            <p:ph type="subTitle" idx="9"/>
          </p:nvPr>
        </p:nvSpPr>
        <p:spPr>
          <a:xfrm>
            <a:off x="6434288" y="1060284"/>
            <a:ext cx="1978200" cy="653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Keep it short </a:t>
            </a:r>
            <a:endParaRPr dirty="0"/>
          </a:p>
        </p:txBody>
      </p:sp>
      <p:sp>
        <p:nvSpPr>
          <p:cNvPr id="1166" name="Google Shape;1166;p37"/>
          <p:cNvSpPr txBox="1">
            <a:spLocks noGrp="1"/>
          </p:cNvSpPr>
          <p:nvPr>
            <p:ph type="subTitle" idx="5"/>
          </p:nvPr>
        </p:nvSpPr>
        <p:spPr>
          <a:xfrm>
            <a:off x="6430388" y="1710161"/>
            <a:ext cx="1986000" cy="110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good pitch deck should be concise and clear; avoid trying to cram in too much information</a:t>
            </a:r>
            <a:endParaRPr dirty="0"/>
          </a:p>
        </p:txBody>
      </p:sp>
      <p:sp>
        <p:nvSpPr>
          <p:cNvPr id="1167" name="Google Shape;1167;p37"/>
          <p:cNvSpPr txBox="1">
            <a:spLocks noGrp="1"/>
          </p:cNvSpPr>
          <p:nvPr>
            <p:ph type="subTitle" idx="6"/>
          </p:nvPr>
        </p:nvSpPr>
        <p:spPr>
          <a:xfrm>
            <a:off x="6430388" y="3498800"/>
            <a:ext cx="1986000" cy="110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pitch deck is an overview of your business; focus on key points that get the most important ideas across</a:t>
            </a:r>
            <a:endParaRPr dirty="0"/>
          </a:p>
        </p:txBody>
      </p:sp>
      <p:sp>
        <p:nvSpPr>
          <p:cNvPr id="1168" name="Google Shape;1168;p37"/>
          <p:cNvSpPr txBox="1">
            <a:spLocks noGrp="1"/>
          </p:cNvSpPr>
          <p:nvPr>
            <p:ph type="subTitle" idx="13"/>
          </p:nvPr>
        </p:nvSpPr>
        <p:spPr>
          <a:xfrm>
            <a:off x="723900" y="2845800"/>
            <a:ext cx="1986000" cy="653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Make it memorable </a:t>
            </a:r>
            <a:endParaRPr dirty="0"/>
          </a:p>
        </p:txBody>
      </p:sp>
      <p:sp>
        <p:nvSpPr>
          <p:cNvPr id="1169" name="Google Shape;1169;p37"/>
          <p:cNvSpPr txBox="1">
            <a:spLocks noGrp="1"/>
          </p:cNvSpPr>
          <p:nvPr>
            <p:ph type="subTitle" idx="14"/>
          </p:nvPr>
        </p:nvSpPr>
        <p:spPr>
          <a:xfrm>
            <a:off x="3582995" y="2845800"/>
            <a:ext cx="1978200" cy="653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Test &amp; iterate </a:t>
            </a:r>
            <a:endParaRPr dirty="0"/>
          </a:p>
        </p:txBody>
      </p:sp>
      <p:sp>
        <p:nvSpPr>
          <p:cNvPr id="1170" name="Google Shape;1170;p37"/>
          <p:cNvSpPr txBox="1">
            <a:spLocks noGrp="1"/>
          </p:cNvSpPr>
          <p:nvPr>
            <p:ph type="subTitle" idx="15"/>
          </p:nvPr>
        </p:nvSpPr>
        <p:spPr>
          <a:xfrm>
            <a:off x="6434290" y="2845800"/>
            <a:ext cx="1978200" cy="653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Main points</a:t>
            </a:r>
            <a:endParaRPr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6" name="Google Shape;1146;p36"/>
          <p:cNvSpPr txBox="1">
            <a:spLocks noGrp="1"/>
          </p:cNvSpPr>
          <p:nvPr>
            <p:ph type="title"/>
          </p:nvPr>
        </p:nvSpPr>
        <p:spPr>
          <a:xfrm>
            <a:off x="339000" y="348925"/>
            <a:ext cx="3852000" cy="69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4000" dirty="0"/>
              <a:t>Főbb funkciók</a:t>
            </a:r>
            <a:endParaRPr sz="4000" dirty="0"/>
          </a:p>
        </p:txBody>
      </p:sp>
      <p:sp>
        <p:nvSpPr>
          <p:cNvPr id="1151" name="Google Shape;1151;p36"/>
          <p:cNvSpPr txBox="1">
            <a:spLocks noGrp="1"/>
          </p:cNvSpPr>
          <p:nvPr>
            <p:ph type="subTitle" idx="5"/>
          </p:nvPr>
        </p:nvSpPr>
        <p:spPr>
          <a:xfrm>
            <a:off x="339000" y="1136412"/>
            <a:ext cx="7440503" cy="132277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2800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Az oldal funkciói a menü sávból érhetőek el. Bizonyos jogosultságú felhasználóknak korlátozott funkciók érhetőek el.</a:t>
            </a:r>
            <a:endParaRPr sz="2800" dirty="0"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</p:txBody>
      </p:sp>
      <p:pic>
        <p:nvPicPr>
          <p:cNvPr id="21" name="Kép 20">
            <a:extLst>
              <a:ext uri="{FF2B5EF4-FFF2-40B4-BE49-F238E27FC236}">
                <a16:creationId xmlns:a16="http://schemas.microsoft.com/office/drawing/2014/main" id="{7898B81A-1217-424D-B388-F5075B41CE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9000" y="2684319"/>
            <a:ext cx="8600645" cy="728962"/>
          </a:xfrm>
          <a:prstGeom prst="rect">
            <a:avLst/>
          </a:prstGeom>
        </p:spPr>
      </p:pic>
      <p:sp>
        <p:nvSpPr>
          <p:cNvPr id="31" name="Google Shape;1151;p36">
            <a:extLst>
              <a:ext uri="{FF2B5EF4-FFF2-40B4-BE49-F238E27FC236}">
                <a16:creationId xmlns:a16="http://schemas.microsoft.com/office/drawing/2014/main" id="{0C8C3D76-7F66-4EE4-9C0F-2E4918305FE3}"/>
              </a:ext>
            </a:extLst>
          </p:cNvPr>
          <p:cNvSpPr txBox="1">
            <a:spLocks/>
          </p:cNvSpPr>
          <p:nvPr/>
        </p:nvSpPr>
        <p:spPr>
          <a:xfrm>
            <a:off x="470748" y="3471805"/>
            <a:ext cx="7440503" cy="8923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18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1pPr>
            <a:lvl2pPr marL="914400" marR="0" lvl="1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24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L="1371600" marR="0" lvl="2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24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L="1828800" marR="0" lvl="3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24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L="2286000" marR="0" lvl="4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24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L="2743200" marR="0" lvl="5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24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L="3200400" marR="0" lvl="6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24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L="3657600" marR="0" lvl="7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24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L="4114800" marR="0" lvl="8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24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pPr marL="0" indent="0"/>
            <a:r>
              <a:rPr lang="hu-HU" sz="2800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Az </a:t>
            </a:r>
            <a:r>
              <a:rPr lang="hu-HU" sz="2800" dirty="0" err="1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admin</a:t>
            </a:r>
            <a:r>
              <a:rPr lang="hu-HU" sz="2800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 az egyetlen felhasználói jogosultság amelyik az összes funkcióhoz hozzáfér.</a:t>
            </a:r>
          </a:p>
        </p:txBody>
      </p:sp>
    </p:spTree>
    <p:extLst>
      <p:ext uri="{BB962C8B-B14F-4D97-AF65-F5344CB8AC3E}">
        <p14:creationId xmlns:p14="http://schemas.microsoft.com/office/powerpoint/2010/main" val="270833086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8" name="Google Shape;1158;p37"/>
          <p:cNvSpPr txBox="1">
            <a:spLocks noGrp="1"/>
          </p:cNvSpPr>
          <p:nvPr>
            <p:ph type="title"/>
          </p:nvPr>
        </p:nvSpPr>
        <p:spPr>
          <a:xfrm>
            <a:off x="311291" y="376836"/>
            <a:ext cx="7704000" cy="6152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4000" dirty="0"/>
              <a:t>Naptár</a:t>
            </a:r>
            <a:endParaRPr sz="4000" dirty="0"/>
          </a:p>
        </p:txBody>
      </p:sp>
      <p:sp>
        <p:nvSpPr>
          <p:cNvPr id="1159" name="Google Shape;1159;p37"/>
          <p:cNvSpPr txBox="1">
            <a:spLocks noGrp="1"/>
          </p:cNvSpPr>
          <p:nvPr>
            <p:ph type="subTitle" idx="1"/>
          </p:nvPr>
        </p:nvSpPr>
        <p:spPr>
          <a:xfrm>
            <a:off x="311290" y="1195387"/>
            <a:ext cx="7807473" cy="191495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2800" dirty="0"/>
              <a:t>A naptár lehetőséget biztosít arra hogy a diákönkormányzat fontos dátumokat, eseményeket tudjon felírni egy mindenki által elérhető és megtekinthető helyen.</a:t>
            </a:r>
            <a:endParaRPr sz="2800" dirty="0"/>
          </a:p>
        </p:txBody>
      </p:sp>
      <p:pic>
        <p:nvPicPr>
          <p:cNvPr id="3" name="Kép 2">
            <a:extLst>
              <a:ext uri="{FF2B5EF4-FFF2-40B4-BE49-F238E27FC236}">
                <a16:creationId xmlns:a16="http://schemas.microsoft.com/office/drawing/2014/main" id="{B230E70E-2BC2-497B-AEAD-36204A66A2A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02036" y="2619491"/>
            <a:ext cx="3241964" cy="25240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197352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6" name="Google Shape;1146;p36"/>
          <p:cNvSpPr txBox="1">
            <a:spLocks noGrp="1"/>
          </p:cNvSpPr>
          <p:nvPr>
            <p:ph type="title"/>
          </p:nvPr>
        </p:nvSpPr>
        <p:spPr>
          <a:xfrm>
            <a:off x="339000" y="348925"/>
            <a:ext cx="3852000" cy="69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4000" dirty="0"/>
              <a:t>Galéria</a:t>
            </a:r>
            <a:endParaRPr sz="4000" dirty="0"/>
          </a:p>
        </p:txBody>
      </p:sp>
      <p:sp>
        <p:nvSpPr>
          <p:cNvPr id="1151" name="Google Shape;1151;p36"/>
          <p:cNvSpPr txBox="1">
            <a:spLocks noGrp="1"/>
          </p:cNvSpPr>
          <p:nvPr>
            <p:ph type="subTitle" idx="5"/>
          </p:nvPr>
        </p:nvSpPr>
        <p:spPr>
          <a:xfrm>
            <a:off x="339000" y="1136411"/>
            <a:ext cx="7440503" cy="1435339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2800" b="0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A diákönkormányzat által szervezett eseményekről készült képeket a galéria funkció használatával lehet publikussá tenni.</a:t>
            </a:r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94DCB2A6-B279-456A-BB9F-11449961DC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0403" y="2513018"/>
            <a:ext cx="4343597" cy="26304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024873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8" name="Google Shape;1158;p37"/>
          <p:cNvSpPr txBox="1">
            <a:spLocks noGrp="1"/>
          </p:cNvSpPr>
          <p:nvPr>
            <p:ph type="title"/>
          </p:nvPr>
        </p:nvSpPr>
        <p:spPr>
          <a:xfrm>
            <a:off x="311291" y="376836"/>
            <a:ext cx="7704000" cy="6152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4000" dirty="0"/>
              <a:t>Hírszerkesztő</a:t>
            </a:r>
            <a:endParaRPr sz="4000" dirty="0"/>
          </a:p>
        </p:txBody>
      </p:sp>
      <p:sp>
        <p:nvSpPr>
          <p:cNvPr id="1159" name="Google Shape;1159;p37"/>
          <p:cNvSpPr txBox="1">
            <a:spLocks noGrp="1"/>
          </p:cNvSpPr>
          <p:nvPr>
            <p:ph type="subTitle" idx="1"/>
          </p:nvPr>
        </p:nvSpPr>
        <p:spPr>
          <a:xfrm>
            <a:off x="311290" y="1195387"/>
            <a:ext cx="7440327" cy="145775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2800" dirty="0"/>
              <a:t>Ennek segítségével híreket, felhívásokat illetve bejelentéseket lehet készíteni melyek a főoldalon jelennek meg.</a:t>
            </a:r>
            <a:endParaRPr sz="2800" dirty="0"/>
          </a:p>
        </p:txBody>
      </p:sp>
      <p:pic>
        <p:nvPicPr>
          <p:cNvPr id="3" name="Kép 2">
            <a:extLst>
              <a:ext uri="{FF2B5EF4-FFF2-40B4-BE49-F238E27FC236}">
                <a16:creationId xmlns:a16="http://schemas.microsoft.com/office/drawing/2014/main" id="{2FA73049-1FD5-4821-B397-158404B5ED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8437" y="2320636"/>
            <a:ext cx="4875563" cy="28228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20951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7" name="Google Shape;1637;p49"/>
          <p:cNvSpPr txBox="1">
            <a:spLocks noGrp="1"/>
          </p:cNvSpPr>
          <p:nvPr>
            <p:ph type="title"/>
          </p:nvPr>
        </p:nvSpPr>
        <p:spPr>
          <a:xfrm>
            <a:off x="303128" y="331650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4000" dirty="0"/>
              <a:t>Szavazás</a:t>
            </a:r>
            <a:endParaRPr sz="4000" dirty="0"/>
          </a:p>
        </p:txBody>
      </p:sp>
      <p:sp>
        <p:nvSpPr>
          <p:cNvPr id="1638" name="Google Shape;1638;p49"/>
          <p:cNvSpPr txBox="1"/>
          <p:nvPr/>
        </p:nvSpPr>
        <p:spPr>
          <a:xfrm>
            <a:off x="303128" y="1033044"/>
            <a:ext cx="7704000" cy="14772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2800" dirty="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rPr>
              <a:t>A szavazásokkal a diákönkormányzat eldöntendő kérdéseket tud megválaszolni ezzel is gyorsítva az események lebonyolítását.</a:t>
            </a:r>
            <a:endParaRPr sz="2800" dirty="0">
              <a:solidFill>
                <a:schemeClr val="dk1"/>
              </a:solidFill>
              <a:latin typeface="Lato"/>
              <a:ea typeface="Lato"/>
              <a:cs typeface="Lato"/>
              <a:sym typeface="Lato"/>
            </a:endParaRPr>
          </a:p>
        </p:txBody>
      </p:sp>
      <p:pic>
        <p:nvPicPr>
          <p:cNvPr id="3" name="Kép 2">
            <a:extLst>
              <a:ext uri="{FF2B5EF4-FFF2-40B4-BE49-F238E27FC236}">
                <a16:creationId xmlns:a16="http://schemas.microsoft.com/office/drawing/2014/main" id="{7B13CDCE-D4E7-4EB9-8227-BFC8E82131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6294" y="3081866"/>
            <a:ext cx="5167705" cy="2061633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6" name="Google Shape;1146;p36"/>
          <p:cNvSpPr txBox="1">
            <a:spLocks noGrp="1"/>
          </p:cNvSpPr>
          <p:nvPr>
            <p:ph type="title"/>
          </p:nvPr>
        </p:nvSpPr>
        <p:spPr>
          <a:xfrm>
            <a:off x="339000" y="348925"/>
            <a:ext cx="3852000" cy="69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4000" dirty="0"/>
              <a:t>Chat</a:t>
            </a:r>
            <a:endParaRPr sz="4000" dirty="0"/>
          </a:p>
        </p:txBody>
      </p:sp>
      <p:sp>
        <p:nvSpPr>
          <p:cNvPr id="1151" name="Google Shape;1151;p36"/>
          <p:cNvSpPr txBox="1">
            <a:spLocks noGrp="1"/>
          </p:cNvSpPr>
          <p:nvPr>
            <p:ph type="subTitle" idx="5"/>
          </p:nvPr>
        </p:nvSpPr>
        <p:spPr>
          <a:xfrm>
            <a:off x="339000" y="1136412"/>
            <a:ext cx="7440503" cy="1835388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2800" b="0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A diákönkormányzat tagjainak biztosítunk lehetőséget a beszélgetésre ezzel is a erősítve a közösséget és építse a kapcsolatot a különböző évfolyamok diákjai között.</a:t>
            </a:r>
            <a:endParaRPr sz="2800" b="0" dirty="0"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</p:txBody>
      </p:sp>
      <p:pic>
        <p:nvPicPr>
          <p:cNvPr id="3" name="Kép 2">
            <a:extLst>
              <a:ext uri="{FF2B5EF4-FFF2-40B4-BE49-F238E27FC236}">
                <a16:creationId xmlns:a16="http://schemas.microsoft.com/office/drawing/2014/main" id="{41170C21-8202-4B2D-A102-0EB20F8FFE6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0126" y="2348910"/>
            <a:ext cx="2583873" cy="27945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082980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6" name="Google Shape;966;p31"/>
          <p:cNvSpPr/>
          <p:nvPr/>
        </p:nvSpPr>
        <p:spPr>
          <a:xfrm rot="4500170">
            <a:off x="4600402" y="7400"/>
            <a:ext cx="5575737" cy="4867271"/>
          </a:xfrm>
          <a:custGeom>
            <a:avLst/>
            <a:gdLst/>
            <a:ahLst/>
            <a:cxnLst/>
            <a:rect l="l" t="t" r="r" b="b"/>
            <a:pathLst>
              <a:path w="45721" h="44028" extrusionOk="0">
                <a:moveTo>
                  <a:pt x="22493" y="0"/>
                </a:moveTo>
                <a:cubicBezTo>
                  <a:pt x="21088" y="0"/>
                  <a:pt x="19696" y="207"/>
                  <a:pt x="18384" y="686"/>
                </a:cubicBezTo>
                <a:cubicBezTo>
                  <a:pt x="16538" y="1365"/>
                  <a:pt x="14788" y="2674"/>
                  <a:pt x="13800" y="4401"/>
                </a:cubicBezTo>
                <a:cubicBezTo>
                  <a:pt x="12502" y="6663"/>
                  <a:pt x="12633" y="9461"/>
                  <a:pt x="11597" y="11842"/>
                </a:cubicBezTo>
                <a:cubicBezTo>
                  <a:pt x="10764" y="13771"/>
                  <a:pt x="8704" y="14926"/>
                  <a:pt x="7073" y="16116"/>
                </a:cubicBezTo>
                <a:cubicBezTo>
                  <a:pt x="4548" y="17962"/>
                  <a:pt x="2048" y="20141"/>
                  <a:pt x="1179" y="23260"/>
                </a:cubicBezTo>
                <a:cubicBezTo>
                  <a:pt x="0" y="27415"/>
                  <a:pt x="346" y="32368"/>
                  <a:pt x="2715" y="36071"/>
                </a:cubicBezTo>
                <a:cubicBezTo>
                  <a:pt x="4489" y="38834"/>
                  <a:pt x="7513" y="39655"/>
                  <a:pt x="10644" y="39715"/>
                </a:cubicBezTo>
                <a:cubicBezTo>
                  <a:pt x="10740" y="39716"/>
                  <a:pt x="10835" y="39717"/>
                  <a:pt x="10932" y="39717"/>
                </a:cubicBezTo>
                <a:cubicBezTo>
                  <a:pt x="12378" y="39717"/>
                  <a:pt x="13967" y="39555"/>
                  <a:pt x="15526" y="39555"/>
                </a:cubicBezTo>
                <a:cubicBezTo>
                  <a:pt x="17089" y="39555"/>
                  <a:pt x="18623" y="39718"/>
                  <a:pt x="19955" y="40369"/>
                </a:cubicBezTo>
                <a:cubicBezTo>
                  <a:pt x="23538" y="42115"/>
                  <a:pt x="27996" y="44028"/>
                  <a:pt x="32241" y="44028"/>
                </a:cubicBezTo>
                <a:cubicBezTo>
                  <a:pt x="33555" y="44028"/>
                  <a:pt x="34848" y="43845"/>
                  <a:pt x="36088" y="43417"/>
                </a:cubicBezTo>
                <a:cubicBezTo>
                  <a:pt x="41505" y="41548"/>
                  <a:pt x="44149" y="37905"/>
                  <a:pt x="44934" y="33178"/>
                </a:cubicBezTo>
                <a:cubicBezTo>
                  <a:pt x="45720" y="28463"/>
                  <a:pt x="43565" y="24534"/>
                  <a:pt x="42875" y="20796"/>
                </a:cubicBezTo>
                <a:cubicBezTo>
                  <a:pt x="42446" y="18438"/>
                  <a:pt x="42160" y="15819"/>
                  <a:pt x="41422" y="13473"/>
                </a:cubicBezTo>
                <a:cubicBezTo>
                  <a:pt x="41148" y="12580"/>
                  <a:pt x="40779" y="11711"/>
                  <a:pt x="40339" y="10890"/>
                </a:cubicBezTo>
                <a:cubicBezTo>
                  <a:pt x="38076" y="6675"/>
                  <a:pt x="34100" y="3496"/>
                  <a:pt x="29766" y="1615"/>
                </a:cubicBezTo>
                <a:cubicBezTo>
                  <a:pt x="27553" y="661"/>
                  <a:pt x="25002" y="0"/>
                  <a:pt x="22493" y="0"/>
                </a:cubicBezTo>
                <a:close/>
              </a:path>
            </a:pathLst>
          </a:custGeom>
          <a:solidFill>
            <a:srgbClr val="000000">
              <a:alpha val="1006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967" name="Google Shape;967;p31"/>
          <p:cNvSpPr txBox="1">
            <a:spLocks noGrp="1"/>
          </p:cNvSpPr>
          <p:nvPr>
            <p:ph type="title"/>
          </p:nvPr>
        </p:nvSpPr>
        <p:spPr>
          <a:xfrm>
            <a:off x="336884" y="333375"/>
            <a:ext cx="2903857" cy="753265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4000" dirty="0"/>
              <a:t>Adatbázis</a:t>
            </a:r>
            <a:endParaRPr dirty="0"/>
          </a:p>
        </p:txBody>
      </p:sp>
      <p:sp>
        <p:nvSpPr>
          <p:cNvPr id="968" name="Google Shape;968;p31"/>
          <p:cNvSpPr txBox="1">
            <a:spLocks noGrp="1"/>
          </p:cNvSpPr>
          <p:nvPr>
            <p:ph type="subTitle" idx="1"/>
          </p:nvPr>
        </p:nvSpPr>
        <p:spPr>
          <a:xfrm>
            <a:off x="336883" y="990600"/>
            <a:ext cx="7406941" cy="143827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600"/>
              </a:spcAft>
              <a:buNone/>
            </a:pPr>
            <a:r>
              <a:rPr lang="hu-HU" sz="2800" dirty="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Az adatbázisunk 11 táblából áll ezek közül a legfontosabb tábla a </a:t>
            </a:r>
            <a:r>
              <a:rPr lang="hu-HU" sz="2800" b="1" dirty="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users, </a:t>
            </a:r>
            <a:r>
              <a:rPr lang="hu-HU" sz="2800" dirty="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ami a felhasználók adatait tárolja el.</a:t>
            </a:r>
          </a:p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endParaRPr lang="hu-HU" sz="2800" dirty="0"/>
          </a:p>
        </p:txBody>
      </p:sp>
      <p:pic>
        <p:nvPicPr>
          <p:cNvPr id="13" name="Kép 12">
            <a:extLst>
              <a:ext uri="{FF2B5EF4-FFF2-40B4-BE49-F238E27FC236}">
                <a16:creationId xmlns:a16="http://schemas.microsoft.com/office/drawing/2014/main" id="{1244B3C3-C711-4013-A892-27F96B82EB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3025" y="2407444"/>
            <a:ext cx="4070975" cy="2736056"/>
          </a:xfrm>
          <a:prstGeom prst="rect">
            <a:avLst/>
          </a:prstGeom>
        </p:spPr>
      </p:pic>
      <p:sp>
        <p:nvSpPr>
          <p:cNvPr id="2" name="Szövegdoboz 1">
            <a:extLst>
              <a:ext uri="{FF2B5EF4-FFF2-40B4-BE49-F238E27FC236}">
                <a16:creationId xmlns:a16="http://schemas.microsoft.com/office/drawing/2014/main" id="{C02149C3-9928-4818-8264-6D90B97A7B42}"/>
              </a:ext>
            </a:extLst>
          </p:cNvPr>
          <p:cNvSpPr txBox="1"/>
          <p:nvPr/>
        </p:nvSpPr>
        <p:spPr>
          <a:xfrm>
            <a:off x="362389" y="2596920"/>
            <a:ext cx="4781111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2800" dirty="0">
                <a:solidFill>
                  <a:srgbClr val="35363B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A táblák többsége az egyes funkciókhoz szükséges adatokat tárolják el.</a:t>
            </a:r>
          </a:p>
          <a:p>
            <a:endParaRPr lang="hu-HU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0" name="Google Shape;1110;p34"/>
          <p:cNvSpPr txBox="1">
            <a:spLocks noGrp="1"/>
          </p:cNvSpPr>
          <p:nvPr>
            <p:ph type="title"/>
          </p:nvPr>
        </p:nvSpPr>
        <p:spPr>
          <a:xfrm>
            <a:off x="345645" y="351926"/>
            <a:ext cx="1930830" cy="624972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4000" dirty="0"/>
              <a:t>Design</a:t>
            </a:r>
            <a:endParaRPr dirty="0"/>
          </a:p>
        </p:txBody>
      </p:sp>
      <p:sp>
        <p:nvSpPr>
          <p:cNvPr id="1113" name="Google Shape;1113;p34"/>
          <p:cNvSpPr txBox="1">
            <a:spLocks noGrp="1"/>
          </p:cNvSpPr>
          <p:nvPr>
            <p:ph type="subTitle" idx="3"/>
          </p:nvPr>
        </p:nvSpPr>
        <p:spPr>
          <a:xfrm>
            <a:off x="345645" y="1134427"/>
            <a:ext cx="7378264" cy="1788882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2800" b="0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Az oldal színei a </a:t>
            </a:r>
            <a:r>
              <a:rPr lang="hu-HU" sz="2800" b="0" dirty="0" err="1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DÖKNet</a:t>
            </a:r>
            <a:r>
              <a:rPr lang="hu-HU" sz="2800" b="0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 logó leglátványosabb színét vette alapul illetve az egyszerűség elérésének céljából még a sima fehér színt választottuk.</a:t>
            </a:r>
          </a:p>
        </p:txBody>
      </p:sp>
      <p:grpSp>
        <p:nvGrpSpPr>
          <p:cNvPr id="1114" name="Google Shape;1114;p34"/>
          <p:cNvGrpSpPr/>
          <p:nvPr/>
        </p:nvGrpSpPr>
        <p:grpSpPr>
          <a:xfrm>
            <a:off x="7658533" y="701383"/>
            <a:ext cx="1187311" cy="624971"/>
            <a:chOff x="3859815" y="2867310"/>
            <a:chExt cx="1262157" cy="664368"/>
          </a:xfrm>
        </p:grpSpPr>
        <p:sp>
          <p:nvSpPr>
            <p:cNvPr id="1115" name="Google Shape;1115;p34"/>
            <p:cNvSpPr/>
            <p:nvPr/>
          </p:nvSpPr>
          <p:spPr>
            <a:xfrm>
              <a:off x="3859815" y="2867310"/>
              <a:ext cx="1262157" cy="664368"/>
            </a:xfrm>
            <a:custGeom>
              <a:avLst/>
              <a:gdLst/>
              <a:ahLst/>
              <a:cxnLst/>
              <a:rect l="l" t="t" r="r" b="b"/>
              <a:pathLst>
                <a:path w="1262157" h="664368" extrusionOk="0">
                  <a:moveTo>
                    <a:pt x="1102233" y="344424"/>
                  </a:moveTo>
                  <a:cubicBezTo>
                    <a:pt x="1090231" y="344424"/>
                    <a:pt x="1078611" y="345757"/>
                    <a:pt x="1067372" y="348234"/>
                  </a:cubicBezTo>
                  <a:cubicBezTo>
                    <a:pt x="1048131" y="223838"/>
                    <a:pt x="945166" y="127159"/>
                    <a:pt x="817816" y="117348"/>
                  </a:cubicBezTo>
                  <a:cubicBezTo>
                    <a:pt x="756856" y="45625"/>
                    <a:pt x="666083" y="0"/>
                    <a:pt x="564547" y="0"/>
                  </a:cubicBezTo>
                  <a:cubicBezTo>
                    <a:pt x="398526" y="0"/>
                    <a:pt x="260890" y="121825"/>
                    <a:pt x="236220" y="280988"/>
                  </a:cubicBezTo>
                  <a:cubicBezTo>
                    <a:pt x="222599" y="277939"/>
                    <a:pt x="208502" y="276320"/>
                    <a:pt x="194024" y="276320"/>
                  </a:cubicBezTo>
                  <a:cubicBezTo>
                    <a:pt x="86868" y="276320"/>
                    <a:pt x="0" y="363188"/>
                    <a:pt x="0" y="470345"/>
                  </a:cubicBezTo>
                  <a:cubicBezTo>
                    <a:pt x="0" y="577501"/>
                    <a:pt x="86868" y="664369"/>
                    <a:pt x="194024" y="664369"/>
                  </a:cubicBezTo>
                  <a:lnTo>
                    <a:pt x="1102138" y="664369"/>
                  </a:lnTo>
                  <a:cubicBezTo>
                    <a:pt x="1190530" y="664369"/>
                    <a:pt x="1262158" y="592741"/>
                    <a:pt x="1262158" y="504349"/>
                  </a:cubicBezTo>
                  <a:cubicBezTo>
                    <a:pt x="1262158" y="415957"/>
                    <a:pt x="1190530" y="344329"/>
                    <a:pt x="1102138" y="344329"/>
                  </a:cubicBezTo>
                  <a:close/>
                </a:path>
              </a:pathLst>
            </a:custGeom>
            <a:solidFill>
              <a:srgbClr val="42444F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grpSp>
          <p:nvGrpSpPr>
            <p:cNvPr id="1116" name="Google Shape;1116;p34"/>
            <p:cNvGrpSpPr/>
            <p:nvPr/>
          </p:nvGrpSpPr>
          <p:grpSpPr>
            <a:xfrm>
              <a:off x="4275677" y="3065525"/>
              <a:ext cx="334517" cy="380047"/>
              <a:chOff x="4275677" y="3065525"/>
              <a:chExt cx="334517" cy="380047"/>
            </a:xfrm>
          </p:grpSpPr>
          <p:grpSp>
            <p:nvGrpSpPr>
              <p:cNvPr id="1117" name="Google Shape;1117;p34"/>
              <p:cNvGrpSpPr/>
              <p:nvPr/>
            </p:nvGrpSpPr>
            <p:grpSpPr>
              <a:xfrm>
                <a:off x="4275677" y="3065525"/>
                <a:ext cx="334517" cy="380047"/>
                <a:chOff x="4275677" y="3065525"/>
                <a:chExt cx="334517" cy="380047"/>
              </a:xfrm>
            </p:grpSpPr>
            <p:grpSp>
              <p:nvGrpSpPr>
                <p:cNvPr id="1118" name="Google Shape;1118;p34"/>
                <p:cNvGrpSpPr/>
                <p:nvPr/>
              </p:nvGrpSpPr>
              <p:grpSpPr>
                <a:xfrm>
                  <a:off x="4275677" y="3301269"/>
                  <a:ext cx="334422" cy="144303"/>
                  <a:chOff x="4275677" y="3301269"/>
                  <a:chExt cx="334422" cy="144303"/>
                </a:xfrm>
              </p:grpSpPr>
              <p:sp>
                <p:nvSpPr>
                  <p:cNvPr id="1119" name="Google Shape;1119;p34"/>
                  <p:cNvSpPr/>
                  <p:nvPr/>
                </p:nvSpPr>
                <p:spPr>
                  <a:xfrm>
                    <a:off x="4275677" y="3331654"/>
                    <a:ext cx="334422" cy="113918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34422" h="113918" extrusionOk="0">
                        <a:moveTo>
                          <a:pt x="95" y="0"/>
                        </a:moveTo>
                        <a:lnTo>
                          <a:pt x="95" y="83534"/>
                        </a:lnTo>
                        <a:cubicBezTo>
                          <a:pt x="95" y="100298"/>
                          <a:pt x="74962" y="113919"/>
                          <a:pt x="167259" y="113919"/>
                        </a:cubicBezTo>
                        <a:cubicBezTo>
                          <a:pt x="259556" y="113919"/>
                          <a:pt x="334423" y="100298"/>
                          <a:pt x="334423" y="83534"/>
                        </a:cubicBezTo>
                        <a:lnTo>
                          <a:pt x="334423" y="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solidFill>
                    <a:srgbClr val="CFD3D9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 dirty="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120" name="Google Shape;1120;p34"/>
                  <p:cNvSpPr/>
                  <p:nvPr/>
                </p:nvSpPr>
                <p:spPr>
                  <a:xfrm>
                    <a:off x="4275772" y="3301269"/>
                    <a:ext cx="334327" cy="6076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34327" h="60769" extrusionOk="0">
                        <a:moveTo>
                          <a:pt x="334328" y="30385"/>
                        </a:moveTo>
                        <a:cubicBezTo>
                          <a:pt x="334328" y="47166"/>
                          <a:pt x="259486" y="60770"/>
                          <a:pt x="167164" y="60770"/>
                        </a:cubicBezTo>
                        <a:cubicBezTo>
                          <a:pt x="74842" y="60770"/>
                          <a:pt x="0" y="47166"/>
                          <a:pt x="0" y="30385"/>
                        </a:cubicBezTo>
                        <a:cubicBezTo>
                          <a:pt x="0" y="13604"/>
                          <a:pt x="74842" y="0"/>
                          <a:pt x="167164" y="0"/>
                        </a:cubicBezTo>
                        <a:cubicBezTo>
                          <a:pt x="259486" y="0"/>
                          <a:pt x="334328" y="13604"/>
                          <a:pt x="334328" y="30385"/>
                        </a:cubicBezTo>
                        <a:close/>
                      </a:path>
                    </a:pathLst>
                  </a:custGeom>
                  <a:solidFill>
                    <a:srgbClr val="E6EAF0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 dirty="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1121" name="Google Shape;1121;p34"/>
                <p:cNvGrpSpPr/>
                <p:nvPr/>
              </p:nvGrpSpPr>
              <p:grpSpPr>
                <a:xfrm>
                  <a:off x="4275677" y="3183350"/>
                  <a:ext cx="334422" cy="144302"/>
                  <a:chOff x="4275677" y="3183350"/>
                  <a:chExt cx="334422" cy="144302"/>
                </a:xfrm>
              </p:grpSpPr>
              <p:sp>
                <p:nvSpPr>
                  <p:cNvPr id="1122" name="Google Shape;1122;p34"/>
                  <p:cNvSpPr/>
                  <p:nvPr/>
                </p:nvSpPr>
                <p:spPr>
                  <a:xfrm>
                    <a:off x="4275677" y="3213734"/>
                    <a:ext cx="334422" cy="113918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34422" h="113918" extrusionOk="0">
                        <a:moveTo>
                          <a:pt x="95" y="0"/>
                        </a:moveTo>
                        <a:lnTo>
                          <a:pt x="95" y="83534"/>
                        </a:lnTo>
                        <a:cubicBezTo>
                          <a:pt x="95" y="100298"/>
                          <a:pt x="74962" y="113919"/>
                          <a:pt x="167259" y="113919"/>
                        </a:cubicBezTo>
                        <a:cubicBezTo>
                          <a:pt x="259556" y="113919"/>
                          <a:pt x="334423" y="100298"/>
                          <a:pt x="334423" y="83534"/>
                        </a:cubicBezTo>
                        <a:lnTo>
                          <a:pt x="334423" y="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solidFill>
                    <a:srgbClr val="CFD3D9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 dirty="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123" name="Google Shape;1123;p34"/>
                  <p:cNvSpPr/>
                  <p:nvPr/>
                </p:nvSpPr>
                <p:spPr>
                  <a:xfrm>
                    <a:off x="4275772" y="3183350"/>
                    <a:ext cx="334327" cy="6076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34327" h="60769" extrusionOk="0">
                        <a:moveTo>
                          <a:pt x="334328" y="30385"/>
                        </a:moveTo>
                        <a:cubicBezTo>
                          <a:pt x="334328" y="47166"/>
                          <a:pt x="259486" y="60769"/>
                          <a:pt x="167164" y="60769"/>
                        </a:cubicBezTo>
                        <a:cubicBezTo>
                          <a:pt x="74842" y="60769"/>
                          <a:pt x="0" y="47166"/>
                          <a:pt x="0" y="30385"/>
                        </a:cubicBezTo>
                        <a:cubicBezTo>
                          <a:pt x="0" y="13604"/>
                          <a:pt x="74842" y="0"/>
                          <a:pt x="167164" y="0"/>
                        </a:cubicBezTo>
                        <a:cubicBezTo>
                          <a:pt x="259486" y="0"/>
                          <a:pt x="334328" y="13604"/>
                          <a:pt x="334328" y="30385"/>
                        </a:cubicBezTo>
                        <a:close/>
                      </a:path>
                    </a:pathLst>
                  </a:custGeom>
                  <a:solidFill>
                    <a:srgbClr val="E6EAF0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 dirty="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1124" name="Google Shape;1124;p34"/>
                <p:cNvGrpSpPr/>
                <p:nvPr/>
              </p:nvGrpSpPr>
              <p:grpSpPr>
                <a:xfrm>
                  <a:off x="4275677" y="3065525"/>
                  <a:ext cx="334517" cy="144303"/>
                  <a:chOff x="4275677" y="3065525"/>
                  <a:chExt cx="334517" cy="144303"/>
                </a:xfrm>
              </p:grpSpPr>
              <p:sp>
                <p:nvSpPr>
                  <p:cNvPr id="1125" name="Google Shape;1125;p34"/>
                  <p:cNvSpPr/>
                  <p:nvPr/>
                </p:nvSpPr>
                <p:spPr>
                  <a:xfrm>
                    <a:off x="4275677" y="3095910"/>
                    <a:ext cx="334422" cy="113918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34422" h="113918" extrusionOk="0">
                        <a:moveTo>
                          <a:pt x="95" y="0"/>
                        </a:moveTo>
                        <a:lnTo>
                          <a:pt x="95" y="83534"/>
                        </a:lnTo>
                        <a:cubicBezTo>
                          <a:pt x="95" y="100298"/>
                          <a:pt x="74962" y="113919"/>
                          <a:pt x="167259" y="113919"/>
                        </a:cubicBezTo>
                        <a:cubicBezTo>
                          <a:pt x="259556" y="113919"/>
                          <a:pt x="334423" y="100298"/>
                          <a:pt x="334423" y="83534"/>
                        </a:cubicBezTo>
                        <a:lnTo>
                          <a:pt x="334423" y="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solidFill>
                    <a:srgbClr val="CFD3D9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 dirty="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126" name="Google Shape;1126;p34"/>
                  <p:cNvSpPr/>
                  <p:nvPr/>
                </p:nvSpPr>
                <p:spPr>
                  <a:xfrm>
                    <a:off x="4275867" y="3065525"/>
                    <a:ext cx="334327" cy="6076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34327" h="60769" extrusionOk="0">
                        <a:moveTo>
                          <a:pt x="334328" y="30385"/>
                        </a:moveTo>
                        <a:cubicBezTo>
                          <a:pt x="334328" y="47149"/>
                          <a:pt x="259461" y="60770"/>
                          <a:pt x="167164" y="60770"/>
                        </a:cubicBezTo>
                        <a:cubicBezTo>
                          <a:pt x="74866" y="60770"/>
                          <a:pt x="0" y="47149"/>
                          <a:pt x="0" y="30385"/>
                        </a:cubicBezTo>
                        <a:cubicBezTo>
                          <a:pt x="0" y="13621"/>
                          <a:pt x="74866" y="0"/>
                          <a:pt x="167164" y="0"/>
                        </a:cubicBezTo>
                        <a:cubicBezTo>
                          <a:pt x="259461" y="0"/>
                          <a:pt x="334328" y="13621"/>
                          <a:pt x="334328" y="30385"/>
                        </a:cubicBezTo>
                        <a:close/>
                      </a:path>
                    </a:pathLst>
                  </a:custGeom>
                  <a:solidFill>
                    <a:srgbClr val="E6EAF0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 dirty="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</p:grpSp>
          <p:sp>
            <p:nvSpPr>
              <p:cNvPr id="1127" name="Google Shape;1127;p34"/>
              <p:cNvSpPr/>
              <p:nvPr/>
            </p:nvSpPr>
            <p:spPr>
              <a:xfrm>
                <a:off x="4529994" y="3140487"/>
                <a:ext cx="38100" cy="38100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38100" extrusionOk="0">
                    <a:moveTo>
                      <a:pt x="38100" y="19050"/>
                    </a:moveTo>
                    <a:cubicBezTo>
                      <a:pt x="38100" y="29623"/>
                      <a:pt x="29528" y="38100"/>
                      <a:pt x="19050" y="38100"/>
                    </a:cubicBezTo>
                    <a:cubicBezTo>
                      <a:pt x="8572" y="38100"/>
                      <a:pt x="0" y="29528"/>
                      <a:pt x="0" y="19050"/>
                    </a:cubicBezTo>
                    <a:cubicBezTo>
                      <a:pt x="0" y="8572"/>
                      <a:pt x="8572" y="0"/>
                      <a:pt x="19050" y="0"/>
                    </a:cubicBezTo>
                    <a:cubicBezTo>
                      <a:pt x="29528" y="0"/>
                      <a:pt x="38100" y="8572"/>
                      <a:pt x="38100" y="19050"/>
                    </a:cubicBezTo>
                    <a:close/>
                  </a:path>
                </a:pathLst>
              </a:custGeom>
              <a:solidFill>
                <a:srgbClr val="55C0ED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128" name="Google Shape;1128;p34"/>
              <p:cNvSpPr/>
              <p:nvPr/>
            </p:nvSpPr>
            <p:spPr>
              <a:xfrm>
                <a:off x="4529994" y="3256216"/>
                <a:ext cx="38100" cy="38100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38100" extrusionOk="0">
                    <a:moveTo>
                      <a:pt x="38100" y="19050"/>
                    </a:moveTo>
                    <a:cubicBezTo>
                      <a:pt x="38100" y="29623"/>
                      <a:pt x="29528" y="38100"/>
                      <a:pt x="19050" y="38100"/>
                    </a:cubicBezTo>
                    <a:cubicBezTo>
                      <a:pt x="8572" y="38100"/>
                      <a:pt x="0" y="29528"/>
                      <a:pt x="0" y="19050"/>
                    </a:cubicBezTo>
                    <a:cubicBezTo>
                      <a:pt x="0" y="8573"/>
                      <a:pt x="8572" y="0"/>
                      <a:pt x="19050" y="0"/>
                    </a:cubicBezTo>
                    <a:cubicBezTo>
                      <a:pt x="29528" y="0"/>
                      <a:pt x="38100" y="8573"/>
                      <a:pt x="38100" y="19050"/>
                    </a:cubicBezTo>
                    <a:close/>
                  </a:path>
                </a:pathLst>
              </a:custGeom>
              <a:solidFill>
                <a:srgbClr val="E6EAF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129" name="Google Shape;1129;p34"/>
              <p:cNvSpPr/>
              <p:nvPr/>
            </p:nvSpPr>
            <p:spPr>
              <a:xfrm>
                <a:off x="4529994" y="3377088"/>
                <a:ext cx="38100" cy="38100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38100" extrusionOk="0">
                    <a:moveTo>
                      <a:pt x="38100" y="19050"/>
                    </a:moveTo>
                    <a:cubicBezTo>
                      <a:pt x="38100" y="29623"/>
                      <a:pt x="29528" y="38100"/>
                      <a:pt x="19050" y="38100"/>
                    </a:cubicBezTo>
                    <a:cubicBezTo>
                      <a:pt x="8572" y="38100"/>
                      <a:pt x="0" y="29528"/>
                      <a:pt x="0" y="19050"/>
                    </a:cubicBezTo>
                    <a:cubicBezTo>
                      <a:pt x="0" y="8573"/>
                      <a:pt x="8572" y="0"/>
                      <a:pt x="19050" y="0"/>
                    </a:cubicBezTo>
                    <a:cubicBezTo>
                      <a:pt x="29528" y="0"/>
                      <a:pt x="38100" y="8573"/>
                      <a:pt x="38100" y="19050"/>
                    </a:cubicBezTo>
                    <a:close/>
                  </a:path>
                </a:pathLst>
              </a:custGeom>
              <a:solidFill>
                <a:srgbClr val="E6EAF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30" name="Google Shape;1930;p53">
            <a:extLst>
              <a:ext uri="{FF2B5EF4-FFF2-40B4-BE49-F238E27FC236}">
                <a16:creationId xmlns:a16="http://schemas.microsoft.com/office/drawing/2014/main" id="{49335472-E559-40B3-9E80-9084064D7973}"/>
              </a:ext>
            </a:extLst>
          </p:cNvPr>
          <p:cNvSpPr/>
          <p:nvPr/>
        </p:nvSpPr>
        <p:spPr>
          <a:xfrm>
            <a:off x="754426" y="2983500"/>
            <a:ext cx="1440000" cy="1440000"/>
          </a:xfrm>
          <a:prstGeom prst="roundRect">
            <a:avLst>
              <a:gd name="adj" fmla="val 16667"/>
            </a:avLst>
          </a:prstGeom>
          <a:solidFill>
            <a:srgbClr val="8B1E3F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31" name="Google Shape;1933;p53">
            <a:extLst>
              <a:ext uri="{FF2B5EF4-FFF2-40B4-BE49-F238E27FC236}">
                <a16:creationId xmlns:a16="http://schemas.microsoft.com/office/drawing/2014/main" id="{AECE77EF-D8D0-4206-9C53-FD19E6A9DF5C}"/>
              </a:ext>
            </a:extLst>
          </p:cNvPr>
          <p:cNvSpPr txBox="1"/>
          <p:nvPr/>
        </p:nvSpPr>
        <p:spPr>
          <a:xfrm>
            <a:off x="754426" y="3419901"/>
            <a:ext cx="1440000" cy="5671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 b="0" i="0" u="none" strike="noStrike" dirty="0">
                <a:solidFill>
                  <a:schemeClr val="bg1"/>
                </a:solidFill>
                <a:effectLst/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#8b1e3f</a:t>
            </a:r>
            <a:endParaRPr sz="1000" dirty="0">
              <a:solidFill>
                <a:schemeClr val="bg1"/>
              </a:solidFill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</p:txBody>
      </p:sp>
      <p:pic>
        <p:nvPicPr>
          <p:cNvPr id="1030" name="Picture 6">
            <a:extLst>
              <a:ext uri="{FF2B5EF4-FFF2-40B4-BE49-F238E27FC236}">
                <a16:creationId xmlns:a16="http://schemas.microsoft.com/office/drawing/2014/main" id="{DAD49FAA-D336-49D9-AAA6-158D655E722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67137" y="2923309"/>
            <a:ext cx="1609725" cy="1714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4" name="Google Shape;1930;p53">
            <a:extLst>
              <a:ext uri="{FF2B5EF4-FFF2-40B4-BE49-F238E27FC236}">
                <a16:creationId xmlns:a16="http://schemas.microsoft.com/office/drawing/2014/main" id="{8D410A8D-454C-409B-A80D-9EF3F75952F3}"/>
              </a:ext>
            </a:extLst>
          </p:cNvPr>
          <p:cNvSpPr/>
          <p:nvPr/>
        </p:nvSpPr>
        <p:spPr>
          <a:xfrm>
            <a:off x="6609734" y="2983500"/>
            <a:ext cx="1440000" cy="14400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35" name="Google Shape;1933;p53">
            <a:extLst>
              <a:ext uri="{FF2B5EF4-FFF2-40B4-BE49-F238E27FC236}">
                <a16:creationId xmlns:a16="http://schemas.microsoft.com/office/drawing/2014/main" id="{B5D7BEDF-8CA7-4EB5-98EF-CE5A49C5E7A1}"/>
              </a:ext>
            </a:extLst>
          </p:cNvPr>
          <p:cNvSpPr txBox="1"/>
          <p:nvPr/>
        </p:nvSpPr>
        <p:spPr>
          <a:xfrm>
            <a:off x="6609734" y="3419900"/>
            <a:ext cx="1440000" cy="5671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 dirty="0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#ffffff</a:t>
            </a:r>
            <a:endParaRPr sz="1000" dirty="0">
              <a:solidFill>
                <a:schemeClr val="tx1"/>
              </a:solidFill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4" name="Google Shape;1134;p35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4000" dirty="0"/>
              <a:t>Tervezett fejlesztések</a:t>
            </a:r>
            <a:endParaRPr sz="4000" dirty="0"/>
          </a:p>
        </p:txBody>
      </p:sp>
      <p:sp>
        <p:nvSpPr>
          <p:cNvPr id="1137" name="Google Shape;1137;p35"/>
          <p:cNvSpPr txBox="1">
            <a:spLocks noGrp="1"/>
          </p:cNvSpPr>
          <p:nvPr>
            <p:ph type="subTitle" idx="1"/>
          </p:nvPr>
        </p:nvSpPr>
        <p:spPr>
          <a:xfrm>
            <a:off x="719999" y="1079475"/>
            <a:ext cx="5707894" cy="3806850"/>
          </a:xfrm>
          <a:prstGeom prst="rect">
            <a:avLst/>
          </a:prstGeom>
        </p:spPr>
        <p:txBody>
          <a:bodyPr spcFirstLastPara="1" wrap="square" lIns="91425" tIns="91425" rIns="91425" bIns="91425" numCol="1" anchor="t" anchorCtr="0">
            <a:noAutofit/>
          </a:bodyPr>
          <a:lstStyle/>
          <a:p>
            <a:pPr marL="171450" indent="-1714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hu-HU" sz="2800" dirty="0">
                <a:effectLst/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Dokumentumtár </a:t>
            </a:r>
          </a:p>
          <a:p>
            <a:pPr marL="171450" indent="-1714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hu-HU" sz="2800" dirty="0">
                <a:effectLst/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Közösségi szolgálat követő</a:t>
            </a:r>
          </a:p>
          <a:p>
            <a:pPr marL="171450" indent="-1714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hu-HU" sz="2800" dirty="0">
                <a:effectLst/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Értesítéskezelés</a:t>
            </a:r>
          </a:p>
          <a:p>
            <a:pPr marL="171450" indent="-1714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hu-HU" sz="2800" dirty="0">
                <a:effectLst/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QR-kód generátor</a:t>
            </a:r>
          </a:p>
          <a:p>
            <a:pPr marL="171450" lvl="0" indent="-171450" algn="l" rtl="0"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hu-HU" sz="2800" dirty="0">
                <a:effectLst/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„Digitális Szekrény”</a:t>
            </a:r>
            <a:endParaRPr lang="hu-HU" sz="2800" dirty="0"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  <a:p>
            <a:pPr marL="171450" lvl="0" indent="-171450" algn="l" rtl="0"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hu-HU" sz="2800" dirty="0">
                <a:effectLst/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„Öreg Diák Fal”</a:t>
            </a:r>
          </a:p>
          <a:p>
            <a:pPr marL="171450" indent="-1714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hu-HU" sz="2800" dirty="0">
                <a:effectLst/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Profil beállítások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5" name="Google Shape;1175;p38"/>
          <p:cNvSpPr/>
          <p:nvPr/>
        </p:nvSpPr>
        <p:spPr>
          <a:xfrm>
            <a:off x="582618" y="637413"/>
            <a:ext cx="363300" cy="363300"/>
          </a:xfrm>
          <a:prstGeom prst="ellipse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1176" name="Google Shape;1176;p38"/>
          <p:cNvSpPr/>
          <p:nvPr/>
        </p:nvSpPr>
        <p:spPr>
          <a:xfrm>
            <a:off x="8212043" y="637413"/>
            <a:ext cx="363300" cy="363300"/>
          </a:xfrm>
          <a:prstGeom prst="ellipse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1177" name="Google Shape;1177;p38"/>
          <p:cNvSpPr txBox="1">
            <a:spLocks noGrp="1"/>
          </p:cNvSpPr>
          <p:nvPr>
            <p:ph type="subTitle" idx="1"/>
          </p:nvPr>
        </p:nvSpPr>
        <p:spPr>
          <a:xfrm>
            <a:off x="1137689" y="1287568"/>
            <a:ext cx="6456587" cy="3513032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2800" dirty="0"/>
              <a:t>A </a:t>
            </a:r>
            <a:r>
              <a:rPr lang="hu-HU" sz="2800" dirty="0" err="1"/>
              <a:t>DÖKNet</a:t>
            </a:r>
            <a:r>
              <a:rPr lang="hu-HU" sz="2800" dirty="0"/>
              <a:t> egy egyszerűségre törekvő felhasználó barát szolgáltatás a diákönkormányzat tagjai számára és az iskola diákjainak. A </a:t>
            </a:r>
            <a:r>
              <a:rPr lang="hu-HU" sz="2800" dirty="0" err="1"/>
              <a:t>wepoldal</a:t>
            </a:r>
            <a:r>
              <a:rPr lang="hu-HU" sz="2800" dirty="0"/>
              <a:t> számos funkciót tartalmaz melyek a rendezvények lebonyolítását egyszerűsíthetik vagy akár gyorsíthatják.</a:t>
            </a:r>
            <a:endParaRPr sz="2800" dirty="0"/>
          </a:p>
        </p:txBody>
      </p:sp>
      <p:sp>
        <p:nvSpPr>
          <p:cNvPr id="1179" name="Google Shape;1179;p38"/>
          <p:cNvSpPr txBox="1">
            <a:spLocks noGrp="1"/>
          </p:cNvSpPr>
          <p:nvPr>
            <p:ph type="title" idx="2"/>
          </p:nvPr>
        </p:nvSpPr>
        <p:spPr>
          <a:xfrm>
            <a:off x="2819627" y="541576"/>
            <a:ext cx="3492600" cy="768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Összegzés</a:t>
            </a:r>
            <a:endParaRPr dirty="0"/>
          </a:p>
        </p:txBody>
      </p:sp>
      <p:sp>
        <p:nvSpPr>
          <p:cNvPr id="1183" name="Google Shape;1183;p38"/>
          <p:cNvSpPr/>
          <p:nvPr/>
        </p:nvSpPr>
        <p:spPr>
          <a:xfrm>
            <a:off x="713225" y="2195511"/>
            <a:ext cx="606206" cy="37384"/>
          </a:xfrm>
          <a:custGeom>
            <a:avLst/>
            <a:gdLst/>
            <a:ahLst/>
            <a:cxnLst/>
            <a:rect l="l" t="t" r="r" b="b"/>
            <a:pathLst>
              <a:path w="824770" h="50863" extrusionOk="0">
                <a:moveTo>
                  <a:pt x="799338" y="50863"/>
                </a:moveTo>
                <a:lnTo>
                  <a:pt x="25432" y="50863"/>
                </a:lnTo>
                <a:cubicBezTo>
                  <a:pt x="11430" y="50863"/>
                  <a:pt x="0" y="39433"/>
                  <a:pt x="0" y="25432"/>
                </a:cubicBezTo>
                <a:lnTo>
                  <a:pt x="0" y="25432"/>
                </a:lnTo>
                <a:cubicBezTo>
                  <a:pt x="0" y="11430"/>
                  <a:pt x="11430" y="0"/>
                  <a:pt x="25432" y="0"/>
                </a:cubicBezTo>
                <a:lnTo>
                  <a:pt x="799338" y="0"/>
                </a:lnTo>
                <a:cubicBezTo>
                  <a:pt x="813339" y="0"/>
                  <a:pt x="824770" y="11430"/>
                  <a:pt x="824770" y="25432"/>
                </a:cubicBezTo>
                <a:lnTo>
                  <a:pt x="824770" y="25432"/>
                </a:lnTo>
                <a:cubicBezTo>
                  <a:pt x="824770" y="39433"/>
                  <a:pt x="813339" y="50863"/>
                  <a:pt x="799338" y="50863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184" name="Google Shape;1184;p38"/>
          <p:cNvGrpSpPr/>
          <p:nvPr/>
        </p:nvGrpSpPr>
        <p:grpSpPr>
          <a:xfrm>
            <a:off x="541705" y="1421418"/>
            <a:ext cx="552408" cy="792759"/>
            <a:chOff x="10519314" y="4728596"/>
            <a:chExt cx="751780" cy="1078731"/>
          </a:xfrm>
        </p:grpSpPr>
        <p:grpSp>
          <p:nvGrpSpPr>
            <p:cNvPr id="1185" name="Google Shape;1185;p38"/>
            <p:cNvGrpSpPr/>
            <p:nvPr/>
          </p:nvGrpSpPr>
          <p:grpSpPr>
            <a:xfrm>
              <a:off x="10519314" y="4728596"/>
              <a:ext cx="626662" cy="1078731"/>
              <a:chOff x="10519314" y="4728596"/>
              <a:chExt cx="626662" cy="1078731"/>
            </a:xfrm>
          </p:grpSpPr>
          <p:grpSp>
            <p:nvGrpSpPr>
              <p:cNvPr id="1186" name="Google Shape;1186;p38"/>
              <p:cNvGrpSpPr/>
              <p:nvPr/>
            </p:nvGrpSpPr>
            <p:grpSpPr>
              <a:xfrm>
                <a:off x="10903220" y="4888205"/>
                <a:ext cx="242756" cy="919122"/>
                <a:chOff x="10903220" y="4888205"/>
                <a:chExt cx="242756" cy="919122"/>
              </a:xfrm>
            </p:grpSpPr>
            <p:sp>
              <p:nvSpPr>
                <p:cNvPr id="1187" name="Google Shape;1187;p38"/>
                <p:cNvSpPr/>
                <p:nvPr/>
              </p:nvSpPr>
              <p:spPr>
                <a:xfrm rot="-447735">
                  <a:off x="10961814" y="4892503"/>
                  <a:ext cx="125567" cy="91052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5444" h="909637" extrusionOk="0">
                      <a:moveTo>
                        <a:pt x="0" y="0"/>
                      </a:moveTo>
                      <a:lnTo>
                        <a:pt x="125445" y="0"/>
                      </a:lnTo>
                      <a:lnTo>
                        <a:pt x="125445" y="909637"/>
                      </a:lnTo>
                      <a:lnTo>
                        <a:pt x="0" y="909637"/>
                      </a:ln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188" name="Google Shape;1188;p38"/>
                <p:cNvSpPr/>
                <p:nvPr/>
              </p:nvSpPr>
              <p:spPr>
                <a:xfrm>
                  <a:off x="10952422" y="4933194"/>
                  <a:ext cx="42088" cy="4208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2088" h="42088" extrusionOk="0">
                      <a:moveTo>
                        <a:pt x="41904" y="18282"/>
                      </a:moveTo>
                      <a:cubicBezTo>
                        <a:pt x="43428" y="29807"/>
                        <a:pt x="35331" y="40380"/>
                        <a:pt x="23806" y="41904"/>
                      </a:cubicBezTo>
                      <a:cubicBezTo>
                        <a:pt x="12281" y="43428"/>
                        <a:pt x="1709" y="35332"/>
                        <a:pt x="184" y="23806"/>
                      </a:cubicBezTo>
                      <a:cubicBezTo>
                        <a:pt x="-1340" y="12281"/>
                        <a:pt x="6756" y="1708"/>
                        <a:pt x="18282" y="184"/>
                      </a:cubicBezTo>
                      <a:cubicBezTo>
                        <a:pt x="29807" y="-1340"/>
                        <a:pt x="40380" y="6757"/>
                        <a:pt x="41904" y="18282"/>
                      </a:cubicBez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189" name="Google Shape;1189;p38"/>
                <p:cNvSpPr/>
                <p:nvPr/>
              </p:nvSpPr>
              <p:spPr>
                <a:xfrm>
                  <a:off x="10961186" y="5000250"/>
                  <a:ext cx="42087" cy="4208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2087" h="42087" extrusionOk="0">
                      <a:moveTo>
                        <a:pt x="41904" y="18282"/>
                      </a:moveTo>
                      <a:cubicBezTo>
                        <a:pt x="43427" y="29807"/>
                        <a:pt x="35331" y="40380"/>
                        <a:pt x="23806" y="41904"/>
                      </a:cubicBezTo>
                      <a:cubicBezTo>
                        <a:pt x="12280" y="43428"/>
                        <a:pt x="1708" y="35332"/>
                        <a:pt x="184" y="23806"/>
                      </a:cubicBezTo>
                      <a:cubicBezTo>
                        <a:pt x="-1340" y="12281"/>
                        <a:pt x="6756" y="1708"/>
                        <a:pt x="18281" y="184"/>
                      </a:cubicBezTo>
                      <a:cubicBezTo>
                        <a:pt x="29807" y="-1340"/>
                        <a:pt x="40380" y="6757"/>
                        <a:pt x="41904" y="18282"/>
                      </a:cubicBez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190" name="Google Shape;1190;p38"/>
                <p:cNvGrpSpPr/>
                <p:nvPr/>
              </p:nvGrpSpPr>
              <p:grpSpPr>
                <a:xfrm>
                  <a:off x="11014221" y="5588618"/>
                  <a:ext cx="100021" cy="114784"/>
                  <a:chOff x="11014221" y="5588618"/>
                  <a:chExt cx="100021" cy="114784"/>
                </a:xfrm>
              </p:grpSpPr>
              <p:sp>
                <p:nvSpPr>
                  <p:cNvPr id="1191" name="Google Shape;1191;p38"/>
                  <p:cNvSpPr/>
                  <p:nvPr/>
                </p:nvSpPr>
                <p:spPr>
                  <a:xfrm rot="-447735">
                    <a:off x="11014826" y="5594269"/>
                    <a:ext cx="88001" cy="15064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87915" h="15049" extrusionOk="0">
                        <a:moveTo>
                          <a:pt x="0" y="0"/>
                        </a:moveTo>
                        <a:lnTo>
                          <a:pt x="87916" y="0"/>
                        </a:lnTo>
                        <a:lnTo>
                          <a:pt x="87916" y="15049"/>
                        </a:lnTo>
                        <a:lnTo>
                          <a:pt x="0" y="15049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 dirty="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192" name="Google Shape;1192;p38"/>
                  <p:cNvSpPr/>
                  <p:nvPr/>
                </p:nvSpPr>
                <p:spPr>
                  <a:xfrm rot="-447735">
                    <a:off x="11018646" y="5623150"/>
                    <a:ext cx="88001" cy="15064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87915" h="15049" extrusionOk="0">
                        <a:moveTo>
                          <a:pt x="0" y="0"/>
                        </a:moveTo>
                        <a:lnTo>
                          <a:pt x="87916" y="0"/>
                        </a:lnTo>
                        <a:lnTo>
                          <a:pt x="87916" y="15050"/>
                        </a:lnTo>
                        <a:lnTo>
                          <a:pt x="0" y="15050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 dirty="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193" name="Google Shape;1193;p38"/>
                  <p:cNvSpPr/>
                  <p:nvPr/>
                </p:nvSpPr>
                <p:spPr>
                  <a:xfrm rot="-447735">
                    <a:off x="11021820" y="5653805"/>
                    <a:ext cx="88001" cy="15064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87915" h="15049" extrusionOk="0">
                        <a:moveTo>
                          <a:pt x="0" y="0"/>
                        </a:moveTo>
                        <a:lnTo>
                          <a:pt x="87916" y="0"/>
                        </a:lnTo>
                        <a:lnTo>
                          <a:pt x="87916" y="15050"/>
                        </a:lnTo>
                        <a:lnTo>
                          <a:pt x="0" y="15050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 dirty="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194" name="Google Shape;1194;p38"/>
                  <p:cNvSpPr/>
                  <p:nvPr/>
                </p:nvSpPr>
                <p:spPr>
                  <a:xfrm rot="-447735">
                    <a:off x="11025635" y="5682688"/>
                    <a:ext cx="88001" cy="15064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87915" h="15049" extrusionOk="0">
                        <a:moveTo>
                          <a:pt x="0" y="0"/>
                        </a:moveTo>
                        <a:lnTo>
                          <a:pt x="87915" y="0"/>
                        </a:lnTo>
                        <a:lnTo>
                          <a:pt x="87915" y="15050"/>
                        </a:lnTo>
                        <a:lnTo>
                          <a:pt x="0" y="15050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 dirty="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</p:grpSp>
          <p:grpSp>
            <p:nvGrpSpPr>
              <p:cNvPr id="1195" name="Google Shape;1195;p38"/>
              <p:cNvGrpSpPr/>
              <p:nvPr/>
            </p:nvGrpSpPr>
            <p:grpSpPr>
              <a:xfrm>
                <a:off x="10718623" y="4728596"/>
                <a:ext cx="229169" cy="1075979"/>
                <a:chOff x="10718623" y="4728596"/>
                <a:chExt cx="229169" cy="1075979"/>
              </a:xfrm>
            </p:grpSpPr>
            <p:sp>
              <p:nvSpPr>
                <p:cNvPr id="1196" name="Google Shape;1196;p38"/>
                <p:cNvSpPr/>
                <p:nvPr/>
              </p:nvSpPr>
              <p:spPr>
                <a:xfrm rot="-172174">
                  <a:off x="10745259" y="4732329"/>
                  <a:ext cx="175897" cy="106851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6117" h="1069848" extrusionOk="0">
                      <a:moveTo>
                        <a:pt x="0" y="0"/>
                      </a:moveTo>
                      <a:lnTo>
                        <a:pt x="176117" y="0"/>
                      </a:lnTo>
                      <a:lnTo>
                        <a:pt x="176117" y="1069848"/>
                      </a:lnTo>
                      <a:lnTo>
                        <a:pt x="0" y="1069848"/>
                      </a:ln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197" name="Google Shape;1197;p38"/>
                <p:cNvSpPr/>
                <p:nvPr/>
              </p:nvSpPr>
              <p:spPr>
                <a:xfrm>
                  <a:off x="10787634" y="5182743"/>
                  <a:ext cx="87629" cy="8763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7629" h="87630" extrusionOk="0">
                      <a:moveTo>
                        <a:pt x="87630" y="43815"/>
                      </a:moveTo>
                      <a:cubicBezTo>
                        <a:pt x="87630" y="68013"/>
                        <a:pt x="68014" y="87630"/>
                        <a:pt x="43815" y="87630"/>
                      </a:cubicBezTo>
                      <a:cubicBezTo>
                        <a:pt x="19617" y="87630"/>
                        <a:pt x="1" y="68014"/>
                        <a:pt x="1" y="43815"/>
                      </a:cubicBezTo>
                      <a:cubicBezTo>
                        <a:pt x="1" y="19617"/>
                        <a:pt x="19617" y="0"/>
                        <a:pt x="43815" y="0"/>
                      </a:cubicBezTo>
                      <a:cubicBezTo>
                        <a:pt x="68014" y="0"/>
                        <a:pt x="87630" y="19616"/>
                        <a:pt x="87630" y="43815"/>
                      </a:cubicBez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198" name="Google Shape;1198;p38"/>
                <p:cNvGrpSpPr/>
                <p:nvPr/>
              </p:nvGrpSpPr>
              <p:grpSpPr>
                <a:xfrm>
                  <a:off x="10765015" y="5040134"/>
                  <a:ext cx="116314" cy="49775"/>
                  <a:chOff x="10765015" y="5040134"/>
                  <a:chExt cx="116314" cy="49775"/>
                </a:xfrm>
              </p:grpSpPr>
              <p:sp>
                <p:nvSpPr>
                  <p:cNvPr id="1199" name="Google Shape;1199;p38"/>
                  <p:cNvSpPr/>
                  <p:nvPr/>
                </p:nvSpPr>
                <p:spPr>
                  <a:xfrm rot="-172174">
                    <a:off x="10765318" y="5042987"/>
                    <a:ext cx="114347" cy="1493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14490" h="14954" extrusionOk="0">
                        <a:moveTo>
                          <a:pt x="0" y="0"/>
                        </a:moveTo>
                        <a:lnTo>
                          <a:pt x="114490" y="0"/>
                        </a:lnTo>
                        <a:lnTo>
                          <a:pt x="114490" y="14954"/>
                        </a:lnTo>
                        <a:lnTo>
                          <a:pt x="0" y="14954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 dirty="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00" name="Google Shape;1200;p38"/>
                  <p:cNvSpPr/>
                  <p:nvPr/>
                </p:nvSpPr>
                <p:spPr>
                  <a:xfrm rot="-172174">
                    <a:off x="10766681" y="5072121"/>
                    <a:ext cx="114347" cy="1493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14490" h="14954" extrusionOk="0">
                        <a:moveTo>
                          <a:pt x="0" y="0"/>
                        </a:moveTo>
                        <a:lnTo>
                          <a:pt x="114491" y="0"/>
                        </a:lnTo>
                        <a:lnTo>
                          <a:pt x="114491" y="14954"/>
                        </a:lnTo>
                        <a:lnTo>
                          <a:pt x="0" y="14954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 dirty="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1201" name="Google Shape;1201;p38"/>
                <p:cNvGrpSpPr/>
                <p:nvPr/>
              </p:nvGrpSpPr>
              <p:grpSpPr>
                <a:xfrm>
                  <a:off x="10784825" y="5436314"/>
                  <a:ext cx="116414" cy="49961"/>
                  <a:chOff x="10784825" y="5436314"/>
                  <a:chExt cx="116414" cy="49961"/>
                </a:xfrm>
              </p:grpSpPr>
              <p:sp>
                <p:nvSpPr>
                  <p:cNvPr id="1202" name="Google Shape;1202;p38"/>
                  <p:cNvSpPr/>
                  <p:nvPr/>
                </p:nvSpPr>
                <p:spPr>
                  <a:xfrm rot="-172174">
                    <a:off x="10785128" y="5439167"/>
                    <a:ext cx="114347" cy="1493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14490" h="14954" extrusionOk="0">
                        <a:moveTo>
                          <a:pt x="0" y="0"/>
                        </a:moveTo>
                        <a:lnTo>
                          <a:pt x="114491" y="0"/>
                        </a:lnTo>
                        <a:lnTo>
                          <a:pt x="114491" y="14955"/>
                        </a:lnTo>
                        <a:lnTo>
                          <a:pt x="0" y="14955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 dirty="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03" name="Google Shape;1203;p38"/>
                  <p:cNvSpPr/>
                  <p:nvPr/>
                </p:nvSpPr>
                <p:spPr>
                  <a:xfrm rot="-172174">
                    <a:off x="10786591" y="5468487"/>
                    <a:ext cx="114347" cy="1493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14490" h="14954" extrusionOk="0">
                        <a:moveTo>
                          <a:pt x="0" y="0"/>
                        </a:moveTo>
                        <a:lnTo>
                          <a:pt x="114490" y="0"/>
                        </a:lnTo>
                        <a:lnTo>
                          <a:pt x="114490" y="14955"/>
                        </a:lnTo>
                        <a:lnTo>
                          <a:pt x="0" y="14955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 dirty="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</p:grpSp>
          <p:grpSp>
            <p:nvGrpSpPr>
              <p:cNvPr id="1204" name="Google Shape;1204;p38"/>
              <p:cNvGrpSpPr/>
              <p:nvPr/>
            </p:nvGrpSpPr>
            <p:grpSpPr>
              <a:xfrm>
                <a:off x="10519314" y="4813458"/>
                <a:ext cx="202120" cy="992123"/>
                <a:chOff x="10519314" y="4813458"/>
                <a:chExt cx="202120" cy="992123"/>
              </a:xfrm>
            </p:grpSpPr>
            <p:sp>
              <p:nvSpPr>
                <p:cNvPr id="1205" name="Google Shape;1205;p38"/>
                <p:cNvSpPr/>
                <p:nvPr/>
              </p:nvSpPr>
              <p:spPr>
                <a:xfrm>
                  <a:off x="10519314" y="4813458"/>
                  <a:ext cx="202120" cy="99212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2120" h="992123" extrusionOk="0">
                      <a:moveTo>
                        <a:pt x="0" y="0"/>
                      </a:moveTo>
                      <a:lnTo>
                        <a:pt x="202120" y="0"/>
                      </a:lnTo>
                      <a:lnTo>
                        <a:pt x="202120" y="992124"/>
                      </a:lnTo>
                      <a:lnTo>
                        <a:pt x="0" y="992124"/>
                      </a:ln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206" name="Google Shape;1206;p38"/>
                <p:cNvSpPr/>
                <p:nvPr/>
              </p:nvSpPr>
              <p:spPr>
                <a:xfrm>
                  <a:off x="10558843" y="4891468"/>
                  <a:ext cx="123063" cy="12306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3063" h="123062" extrusionOk="0">
                      <a:moveTo>
                        <a:pt x="123063" y="61532"/>
                      </a:moveTo>
                      <a:cubicBezTo>
                        <a:pt x="123063" y="95514"/>
                        <a:pt x="95514" y="123063"/>
                        <a:pt x="61531" y="123063"/>
                      </a:cubicBezTo>
                      <a:cubicBezTo>
                        <a:pt x="27548" y="123063"/>
                        <a:pt x="-1" y="95514"/>
                        <a:pt x="-1" y="61532"/>
                      </a:cubicBezTo>
                      <a:cubicBezTo>
                        <a:pt x="-1" y="27549"/>
                        <a:pt x="27548" y="0"/>
                        <a:pt x="61531" y="0"/>
                      </a:cubicBezTo>
                      <a:cubicBezTo>
                        <a:pt x="95514" y="0"/>
                        <a:pt x="123063" y="27549"/>
                        <a:pt x="123063" y="61532"/>
                      </a:cubicBez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207" name="Google Shape;1207;p38"/>
                <p:cNvGrpSpPr/>
                <p:nvPr/>
              </p:nvGrpSpPr>
              <p:grpSpPr>
                <a:xfrm>
                  <a:off x="10556176" y="5465730"/>
                  <a:ext cx="128397" cy="44196"/>
                  <a:chOff x="10556176" y="5465730"/>
                  <a:chExt cx="128397" cy="44196"/>
                </a:xfrm>
              </p:grpSpPr>
              <p:sp>
                <p:nvSpPr>
                  <p:cNvPr id="1208" name="Google Shape;1208;p38"/>
                  <p:cNvSpPr/>
                  <p:nvPr/>
                </p:nvSpPr>
                <p:spPr>
                  <a:xfrm>
                    <a:off x="10556176" y="5465730"/>
                    <a:ext cx="128397" cy="14954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28397" h="14954" extrusionOk="0">
                        <a:moveTo>
                          <a:pt x="0" y="0"/>
                        </a:moveTo>
                        <a:lnTo>
                          <a:pt x="128397" y="0"/>
                        </a:lnTo>
                        <a:lnTo>
                          <a:pt x="128397" y="14954"/>
                        </a:lnTo>
                        <a:lnTo>
                          <a:pt x="0" y="14954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 dirty="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09" name="Google Shape;1209;p38"/>
                  <p:cNvSpPr/>
                  <p:nvPr/>
                </p:nvSpPr>
                <p:spPr>
                  <a:xfrm>
                    <a:off x="10556176" y="5494972"/>
                    <a:ext cx="128397" cy="14954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28397" h="14954" extrusionOk="0">
                        <a:moveTo>
                          <a:pt x="0" y="0"/>
                        </a:moveTo>
                        <a:lnTo>
                          <a:pt x="128397" y="0"/>
                        </a:lnTo>
                        <a:lnTo>
                          <a:pt x="128397" y="14955"/>
                        </a:lnTo>
                        <a:lnTo>
                          <a:pt x="0" y="14955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 dirty="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1210" name="Google Shape;1210;p38"/>
                <p:cNvGrpSpPr/>
                <p:nvPr/>
              </p:nvGrpSpPr>
              <p:grpSpPr>
                <a:xfrm>
                  <a:off x="10556176" y="5689187"/>
                  <a:ext cx="128397" cy="44196"/>
                  <a:chOff x="10556176" y="5689187"/>
                  <a:chExt cx="128397" cy="44196"/>
                </a:xfrm>
              </p:grpSpPr>
              <p:sp>
                <p:nvSpPr>
                  <p:cNvPr id="1211" name="Google Shape;1211;p38"/>
                  <p:cNvSpPr/>
                  <p:nvPr/>
                </p:nvSpPr>
                <p:spPr>
                  <a:xfrm>
                    <a:off x="10556176" y="5689187"/>
                    <a:ext cx="128397" cy="14954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28397" h="14954" extrusionOk="0">
                        <a:moveTo>
                          <a:pt x="0" y="0"/>
                        </a:moveTo>
                        <a:lnTo>
                          <a:pt x="128397" y="0"/>
                        </a:lnTo>
                        <a:lnTo>
                          <a:pt x="128397" y="14954"/>
                        </a:lnTo>
                        <a:lnTo>
                          <a:pt x="0" y="14954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 dirty="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12" name="Google Shape;1212;p38"/>
                  <p:cNvSpPr/>
                  <p:nvPr/>
                </p:nvSpPr>
                <p:spPr>
                  <a:xfrm>
                    <a:off x="10556176" y="5718429"/>
                    <a:ext cx="128397" cy="14954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28397" h="14954" extrusionOk="0">
                        <a:moveTo>
                          <a:pt x="0" y="0"/>
                        </a:moveTo>
                        <a:lnTo>
                          <a:pt x="128397" y="0"/>
                        </a:lnTo>
                        <a:lnTo>
                          <a:pt x="128397" y="14954"/>
                        </a:lnTo>
                        <a:lnTo>
                          <a:pt x="0" y="14954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 dirty="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</p:grpSp>
        </p:grpSp>
        <p:grpSp>
          <p:nvGrpSpPr>
            <p:cNvPr id="1213" name="Google Shape;1213;p38"/>
            <p:cNvGrpSpPr/>
            <p:nvPr/>
          </p:nvGrpSpPr>
          <p:grpSpPr>
            <a:xfrm>
              <a:off x="11058042" y="5088325"/>
              <a:ext cx="213052" cy="717953"/>
              <a:chOff x="11058042" y="5088325"/>
              <a:chExt cx="213052" cy="717953"/>
            </a:xfrm>
          </p:grpSpPr>
          <p:sp>
            <p:nvSpPr>
              <p:cNvPr id="1214" name="Google Shape;1214;p38"/>
              <p:cNvSpPr/>
              <p:nvPr/>
            </p:nvSpPr>
            <p:spPr>
              <a:xfrm rot="-631368">
                <a:off x="11122592" y="5089982"/>
                <a:ext cx="83952" cy="714640"/>
              </a:xfrm>
              <a:custGeom>
                <a:avLst/>
                <a:gdLst/>
                <a:ahLst/>
                <a:cxnLst/>
                <a:rect l="l" t="t" r="r" b="b"/>
                <a:pathLst>
                  <a:path w="84010" h="715136" extrusionOk="0">
                    <a:moveTo>
                      <a:pt x="0" y="0"/>
                    </a:moveTo>
                    <a:lnTo>
                      <a:pt x="84010" y="0"/>
                    </a:lnTo>
                    <a:lnTo>
                      <a:pt x="84010" y="715137"/>
                    </a:lnTo>
                    <a:lnTo>
                      <a:pt x="0" y="715137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215" name="Google Shape;1215;p38"/>
              <p:cNvSpPr/>
              <p:nvPr/>
            </p:nvSpPr>
            <p:spPr>
              <a:xfrm rot="-631368">
                <a:off x="11154645" y="5271518"/>
                <a:ext cx="25985" cy="411004"/>
              </a:xfrm>
              <a:custGeom>
                <a:avLst/>
                <a:gdLst/>
                <a:ahLst/>
                <a:cxnLst/>
                <a:rect l="l" t="t" r="r" b="b"/>
                <a:pathLst>
                  <a:path w="26003" h="411289" extrusionOk="0">
                    <a:moveTo>
                      <a:pt x="0" y="0"/>
                    </a:moveTo>
                    <a:lnTo>
                      <a:pt x="26003" y="0"/>
                    </a:lnTo>
                    <a:lnTo>
                      <a:pt x="26003" y="411289"/>
                    </a:lnTo>
                    <a:lnTo>
                      <a:pt x="0" y="411289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1216" name="Google Shape;1216;p38"/>
          <p:cNvGrpSpPr/>
          <p:nvPr/>
        </p:nvGrpSpPr>
        <p:grpSpPr>
          <a:xfrm>
            <a:off x="580759" y="539494"/>
            <a:ext cx="426307" cy="643642"/>
            <a:chOff x="10572463" y="3528536"/>
            <a:chExt cx="580168" cy="875823"/>
          </a:xfrm>
        </p:grpSpPr>
        <p:grpSp>
          <p:nvGrpSpPr>
            <p:cNvPr id="1217" name="Google Shape;1217;p38"/>
            <p:cNvGrpSpPr/>
            <p:nvPr/>
          </p:nvGrpSpPr>
          <p:grpSpPr>
            <a:xfrm>
              <a:off x="10713815" y="3528536"/>
              <a:ext cx="438816" cy="746664"/>
              <a:chOff x="10713815" y="3528536"/>
              <a:chExt cx="438816" cy="746664"/>
            </a:xfrm>
          </p:grpSpPr>
          <p:sp>
            <p:nvSpPr>
              <p:cNvPr id="1218" name="Google Shape;1218;p38"/>
              <p:cNvSpPr/>
              <p:nvPr/>
            </p:nvSpPr>
            <p:spPr>
              <a:xfrm>
                <a:off x="10713815" y="3528536"/>
                <a:ext cx="438816" cy="746664"/>
              </a:xfrm>
              <a:custGeom>
                <a:avLst/>
                <a:gdLst/>
                <a:ahLst/>
                <a:cxnLst/>
                <a:rect l="l" t="t" r="r" b="b"/>
                <a:pathLst>
                  <a:path w="438816" h="746664" extrusionOk="0">
                    <a:moveTo>
                      <a:pt x="438721" y="746569"/>
                    </a:moveTo>
                    <a:lnTo>
                      <a:pt x="0" y="746569"/>
                    </a:lnTo>
                    <a:lnTo>
                      <a:pt x="0" y="0"/>
                    </a:lnTo>
                    <a:lnTo>
                      <a:pt x="326231" y="0"/>
                    </a:lnTo>
                    <a:cubicBezTo>
                      <a:pt x="370141" y="43910"/>
                      <a:pt x="394811" y="68580"/>
                      <a:pt x="438816" y="112585"/>
                    </a:cubicBezTo>
                    <a:lnTo>
                      <a:pt x="438816" y="746665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grpSp>
            <p:nvGrpSpPr>
              <p:cNvPr id="1219" name="Google Shape;1219;p38"/>
              <p:cNvGrpSpPr/>
              <p:nvPr/>
            </p:nvGrpSpPr>
            <p:grpSpPr>
              <a:xfrm>
                <a:off x="10776489" y="3625310"/>
                <a:ext cx="313848" cy="288226"/>
                <a:chOff x="10776489" y="3625310"/>
                <a:chExt cx="313848" cy="288226"/>
              </a:xfrm>
            </p:grpSpPr>
            <p:sp>
              <p:nvSpPr>
                <p:cNvPr id="1220" name="Google Shape;1220;p38"/>
                <p:cNvSpPr/>
                <p:nvPr/>
              </p:nvSpPr>
              <p:spPr>
                <a:xfrm>
                  <a:off x="10776489" y="3625310"/>
                  <a:ext cx="313848" cy="214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3848" h="21431" extrusionOk="0">
                      <a:moveTo>
                        <a:pt x="0" y="0"/>
                      </a:moveTo>
                      <a:lnTo>
                        <a:pt x="313848" y="0"/>
                      </a:lnTo>
                      <a:lnTo>
                        <a:pt x="313848" y="21431"/>
                      </a:lnTo>
                      <a:lnTo>
                        <a:pt x="0" y="21431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221" name="Google Shape;1221;p38"/>
                <p:cNvSpPr/>
                <p:nvPr/>
              </p:nvSpPr>
              <p:spPr>
                <a:xfrm>
                  <a:off x="10776489" y="3678650"/>
                  <a:ext cx="313848" cy="214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3848" h="21431" extrusionOk="0">
                      <a:moveTo>
                        <a:pt x="0" y="0"/>
                      </a:moveTo>
                      <a:lnTo>
                        <a:pt x="313848" y="0"/>
                      </a:lnTo>
                      <a:lnTo>
                        <a:pt x="313848" y="21431"/>
                      </a:lnTo>
                      <a:lnTo>
                        <a:pt x="0" y="21431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222" name="Google Shape;1222;p38"/>
                <p:cNvSpPr/>
                <p:nvPr/>
              </p:nvSpPr>
              <p:spPr>
                <a:xfrm>
                  <a:off x="10776489" y="3731990"/>
                  <a:ext cx="313848" cy="214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3848" h="21431" extrusionOk="0">
                      <a:moveTo>
                        <a:pt x="0" y="0"/>
                      </a:moveTo>
                      <a:lnTo>
                        <a:pt x="313848" y="0"/>
                      </a:lnTo>
                      <a:lnTo>
                        <a:pt x="313848" y="21431"/>
                      </a:lnTo>
                      <a:lnTo>
                        <a:pt x="0" y="21431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223" name="Google Shape;1223;p38"/>
                <p:cNvSpPr/>
                <p:nvPr/>
              </p:nvSpPr>
              <p:spPr>
                <a:xfrm>
                  <a:off x="10776489" y="3785425"/>
                  <a:ext cx="313848" cy="214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3848" h="21431" extrusionOk="0">
                      <a:moveTo>
                        <a:pt x="0" y="0"/>
                      </a:moveTo>
                      <a:lnTo>
                        <a:pt x="313848" y="0"/>
                      </a:lnTo>
                      <a:lnTo>
                        <a:pt x="313848" y="21431"/>
                      </a:lnTo>
                      <a:lnTo>
                        <a:pt x="0" y="21431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224" name="Google Shape;1224;p38"/>
                <p:cNvSpPr/>
                <p:nvPr/>
              </p:nvSpPr>
              <p:spPr>
                <a:xfrm>
                  <a:off x="10776489" y="3838765"/>
                  <a:ext cx="313848" cy="214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3848" h="21431" extrusionOk="0">
                      <a:moveTo>
                        <a:pt x="0" y="0"/>
                      </a:moveTo>
                      <a:lnTo>
                        <a:pt x="313848" y="0"/>
                      </a:lnTo>
                      <a:lnTo>
                        <a:pt x="313848" y="21431"/>
                      </a:lnTo>
                      <a:lnTo>
                        <a:pt x="0" y="21431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225" name="Google Shape;1225;p38"/>
                <p:cNvSpPr/>
                <p:nvPr/>
              </p:nvSpPr>
              <p:spPr>
                <a:xfrm>
                  <a:off x="10776489" y="3892105"/>
                  <a:ext cx="184689" cy="214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84689" h="21431" extrusionOk="0">
                      <a:moveTo>
                        <a:pt x="0" y="0"/>
                      </a:moveTo>
                      <a:lnTo>
                        <a:pt x="184690" y="0"/>
                      </a:lnTo>
                      <a:lnTo>
                        <a:pt x="184690" y="21431"/>
                      </a:lnTo>
                      <a:lnTo>
                        <a:pt x="0" y="21431"/>
                      </a:lnTo>
                      <a:close/>
                    </a:path>
                  </a:pathLst>
                </a:custGeom>
                <a:solidFill>
                  <a:srgbClr val="42444F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grpSp>
            <p:nvGrpSpPr>
              <p:cNvPr id="1226" name="Google Shape;1226;p38"/>
              <p:cNvGrpSpPr/>
              <p:nvPr/>
            </p:nvGrpSpPr>
            <p:grpSpPr>
              <a:xfrm>
                <a:off x="10776489" y="3999547"/>
                <a:ext cx="313848" cy="181546"/>
                <a:chOff x="10776489" y="3999547"/>
                <a:chExt cx="313848" cy="181546"/>
              </a:xfrm>
            </p:grpSpPr>
            <p:sp>
              <p:nvSpPr>
                <p:cNvPr id="1227" name="Google Shape;1227;p38"/>
                <p:cNvSpPr/>
                <p:nvPr/>
              </p:nvSpPr>
              <p:spPr>
                <a:xfrm>
                  <a:off x="10776489" y="3999547"/>
                  <a:ext cx="313848" cy="214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3848" h="21431" extrusionOk="0">
                      <a:moveTo>
                        <a:pt x="0" y="0"/>
                      </a:moveTo>
                      <a:lnTo>
                        <a:pt x="313848" y="0"/>
                      </a:lnTo>
                      <a:lnTo>
                        <a:pt x="313848" y="21431"/>
                      </a:lnTo>
                      <a:lnTo>
                        <a:pt x="0" y="21431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228" name="Google Shape;1228;p38"/>
                <p:cNvSpPr/>
                <p:nvPr/>
              </p:nvSpPr>
              <p:spPr>
                <a:xfrm>
                  <a:off x="10776489" y="4052887"/>
                  <a:ext cx="313848" cy="214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3848" h="21431" extrusionOk="0">
                      <a:moveTo>
                        <a:pt x="0" y="0"/>
                      </a:moveTo>
                      <a:lnTo>
                        <a:pt x="313848" y="0"/>
                      </a:lnTo>
                      <a:lnTo>
                        <a:pt x="313848" y="21431"/>
                      </a:lnTo>
                      <a:lnTo>
                        <a:pt x="0" y="21431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229" name="Google Shape;1229;p38"/>
                <p:cNvSpPr/>
                <p:nvPr/>
              </p:nvSpPr>
              <p:spPr>
                <a:xfrm>
                  <a:off x="10776489" y="4106322"/>
                  <a:ext cx="313848" cy="214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3848" h="21431" extrusionOk="0">
                      <a:moveTo>
                        <a:pt x="0" y="0"/>
                      </a:moveTo>
                      <a:lnTo>
                        <a:pt x="313848" y="0"/>
                      </a:lnTo>
                      <a:lnTo>
                        <a:pt x="313848" y="21431"/>
                      </a:lnTo>
                      <a:lnTo>
                        <a:pt x="0" y="21431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230" name="Google Shape;1230;p38"/>
                <p:cNvSpPr/>
                <p:nvPr/>
              </p:nvSpPr>
              <p:spPr>
                <a:xfrm>
                  <a:off x="10776489" y="4159662"/>
                  <a:ext cx="184689" cy="214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84689" h="21431" extrusionOk="0">
                      <a:moveTo>
                        <a:pt x="0" y="0"/>
                      </a:moveTo>
                      <a:lnTo>
                        <a:pt x="184690" y="0"/>
                      </a:lnTo>
                      <a:lnTo>
                        <a:pt x="184690" y="21431"/>
                      </a:lnTo>
                      <a:lnTo>
                        <a:pt x="0" y="21431"/>
                      </a:lnTo>
                      <a:close/>
                    </a:path>
                  </a:pathLst>
                </a:custGeom>
                <a:solidFill>
                  <a:srgbClr val="42444F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sp>
            <p:nvSpPr>
              <p:cNvPr id="1231" name="Google Shape;1231;p38"/>
              <p:cNvSpPr/>
              <p:nvPr/>
            </p:nvSpPr>
            <p:spPr>
              <a:xfrm>
                <a:off x="11039951" y="3528536"/>
                <a:ext cx="112584" cy="112585"/>
              </a:xfrm>
              <a:custGeom>
                <a:avLst/>
                <a:gdLst/>
                <a:ahLst/>
                <a:cxnLst/>
                <a:rect l="l" t="t" r="r" b="b"/>
                <a:pathLst>
                  <a:path w="112584" h="112585" extrusionOk="0">
                    <a:moveTo>
                      <a:pt x="112585" y="112585"/>
                    </a:moveTo>
                    <a:lnTo>
                      <a:pt x="0" y="112585"/>
                    </a:lnTo>
                    <a:lnTo>
                      <a:pt x="0" y="0"/>
                    </a:lnTo>
                    <a:lnTo>
                      <a:pt x="0" y="0"/>
                    </a:lnTo>
                    <a:cubicBezTo>
                      <a:pt x="43910" y="43910"/>
                      <a:pt x="68580" y="68580"/>
                      <a:pt x="112585" y="112585"/>
                    </a:cubicBezTo>
                    <a:lnTo>
                      <a:pt x="112585" y="112585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232" name="Google Shape;1232;p38"/>
            <p:cNvGrpSpPr/>
            <p:nvPr/>
          </p:nvGrpSpPr>
          <p:grpSpPr>
            <a:xfrm>
              <a:off x="10572463" y="3657790"/>
              <a:ext cx="438817" cy="746569"/>
              <a:chOff x="10572463" y="3657790"/>
              <a:chExt cx="438817" cy="746569"/>
            </a:xfrm>
          </p:grpSpPr>
          <p:sp>
            <p:nvSpPr>
              <p:cNvPr id="1233" name="Google Shape;1233;p38"/>
              <p:cNvSpPr/>
              <p:nvPr/>
            </p:nvSpPr>
            <p:spPr>
              <a:xfrm>
                <a:off x="10572463" y="3657790"/>
                <a:ext cx="438817" cy="746569"/>
              </a:xfrm>
              <a:custGeom>
                <a:avLst/>
                <a:gdLst/>
                <a:ahLst/>
                <a:cxnLst/>
                <a:rect l="l" t="t" r="r" b="b"/>
                <a:pathLst>
                  <a:path w="438817" h="746569" extrusionOk="0">
                    <a:moveTo>
                      <a:pt x="438722" y="746570"/>
                    </a:moveTo>
                    <a:lnTo>
                      <a:pt x="0" y="746570"/>
                    </a:lnTo>
                    <a:lnTo>
                      <a:pt x="0" y="0"/>
                    </a:lnTo>
                    <a:lnTo>
                      <a:pt x="326231" y="0"/>
                    </a:lnTo>
                    <a:cubicBezTo>
                      <a:pt x="370141" y="43910"/>
                      <a:pt x="394812" y="68580"/>
                      <a:pt x="438817" y="112586"/>
                    </a:cubicBezTo>
                    <a:lnTo>
                      <a:pt x="438817" y="74657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grpSp>
            <p:nvGrpSpPr>
              <p:cNvPr id="1234" name="Google Shape;1234;p38"/>
              <p:cNvGrpSpPr/>
              <p:nvPr/>
            </p:nvGrpSpPr>
            <p:grpSpPr>
              <a:xfrm>
                <a:off x="10635138" y="3754469"/>
                <a:ext cx="313848" cy="288321"/>
                <a:chOff x="10635138" y="3754469"/>
                <a:chExt cx="313848" cy="288321"/>
              </a:xfrm>
            </p:grpSpPr>
            <p:sp>
              <p:nvSpPr>
                <p:cNvPr id="1235" name="Google Shape;1235;p38"/>
                <p:cNvSpPr/>
                <p:nvPr/>
              </p:nvSpPr>
              <p:spPr>
                <a:xfrm>
                  <a:off x="10635138" y="3754469"/>
                  <a:ext cx="313848" cy="214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3848" h="21431" extrusionOk="0">
                      <a:moveTo>
                        <a:pt x="0" y="0"/>
                      </a:moveTo>
                      <a:lnTo>
                        <a:pt x="313849" y="0"/>
                      </a:lnTo>
                      <a:lnTo>
                        <a:pt x="313849" y="21431"/>
                      </a:lnTo>
                      <a:lnTo>
                        <a:pt x="0" y="21431"/>
                      </a:lnTo>
                      <a:close/>
                    </a:path>
                  </a:pathLst>
                </a:custGeom>
                <a:solidFill>
                  <a:schemeClr val="accent6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236" name="Google Shape;1236;p38"/>
                <p:cNvSpPr/>
                <p:nvPr/>
              </p:nvSpPr>
              <p:spPr>
                <a:xfrm>
                  <a:off x="10635138" y="3807904"/>
                  <a:ext cx="313848" cy="214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3848" h="21431" extrusionOk="0">
                      <a:moveTo>
                        <a:pt x="0" y="0"/>
                      </a:moveTo>
                      <a:lnTo>
                        <a:pt x="313849" y="0"/>
                      </a:lnTo>
                      <a:lnTo>
                        <a:pt x="313849" y="21431"/>
                      </a:lnTo>
                      <a:lnTo>
                        <a:pt x="0" y="21431"/>
                      </a:lnTo>
                      <a:close/>
                    </a:path>
                  </a:pathLst>
                </a:custGeom>
                <a:solidFill>
                  <a:schemeClr val="accent6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237" name="Google Shape;1237;p38"/>
                <p:cNvSpPr/>
                <p:nvPr/>
              </p:nvSpPr>
              <p:spPr>
                <a:xfrm>
                  <a:off x="10635138" y="3861244"/>
                  <a:ext cx="313848" cy="214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3848" h="21431" extrusionOk="0">
                      <a:moveTo>
                        <a:pt x="0" y="0"/>
                      </a:moveTo>
                      <a:lnTo>
                        <a:pt x="313849" y="0"/>
                      </a:lnTo>
                      <a:lnTo>
                        <a:pt x="313849" y="21431"/>
                      </a:lnTo>
                      <a:lnTo>
                        <a:pt x="0" y="21431"/>
                      </a:lnTo>
                      <a:close/>
                    </a:path>
                  </a:pathLst>
                </a:custGeom>
                <a:solidFill>
                  <a:schemeClr val="accent6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238" name="Google Shape;1238;p38"/>
                <p:cNvSpPr/>
                <p:nvPr/>
              </p:nvSpPr>
              <p:spPr>
                <a:xfrm>
                  <a:off x="10635138" y="3914584"/>
                  <a:ext cx="313848" cy="214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3848" h="21431" extrusionOk="0">
                      <a:moveTo>
                        <a:pt x="0" y="0"/>
                      </a:moveTo>
                      <a:lnTo>
                        <a:pt x="313849" y="0"/>
                      </a:lnTo>
                      <a:lnTo>
                        <a:pt x="313849" y="21431"/>
                      </a:lnTo>
                      <a:lnTo>
                        <a:pt x="0" y="21431"/>
                      </a:lnTo>
                      <a:close/>
                    </a:path>
                  </a:pathLst>
                </a:custGeom>
                <a:solidFill>
                  <a:schemeClr val="accent6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239" name="Google Shape;1239;p38"/>
                <p:cNvSpPr/>
                <p:nvPr/>
              </p:nvSpPr>
              <p:spPr>
                <a:xfrm>
                  <a:off x="10635138" y="3968019"/>
                  <a:ext cx="313848" cy="214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3848" h="21431" extrusionOk="0">
                      <a:moveTo>
                        <a:pt x="0" y="0"/>
                      </a:moveTo>
                      <a:lnTo>
                        <a:pt x="313849" y="0"/>
                      </a:lnTo>
                      <a:lnTo>
                        <a:pt x="313849" y="21431"/>
                      </a:lnTo>
                      <a:lnTo>
                        <a:pt x="0" y="21431"/>
                      </a:lnTo>
                      <a:close/>
                    </a:path>
                  </a:pathLst>
                </a:custGeom>
                <a:solidFill>
                  <a:schemeClr val="accent6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240" name="Google Shape;1240;p38"/>
                <p:cNvSpPr/>
                <p:nvPr/>
              </p:nvSpPr>
              <p:spPr>
                <a:xfrm>
                  <a:off x="10635138" y="4021359"/>
                  <a:ext cx="184689" cy="214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84689" h="21431" extrusionOk="0">
                      <a:moveTo>
                        <a:pt x="0" y="0"/>
                      </a:moveTo>
                      <a:lnTo>
                        <a:pt x="184689" y="0"/>
                      </a:lnTo>
                      <a:lnTo>
                        <a:pt x="184689" y="21431"/>
                      </a:lnTo>
                      <a:lnTo>
                        <a:pt x="-1" y="21431"/>
                      </a:lnTo>
                      <a:close/>
                    </a:path>
                  </a:pathLst>
                </a:custGeom>
                <a:solidFill>
                  <a:schemeClr val="accent6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grpSp>
            <p:nvGrpSpPr>
              <p:cNvPr id="1241" name="Google Shape;1241;p38"/>
              <p:cNvGrpSpPr/>
              <p:nvPr/>
            </p:nvGrpSpPr>
            <p:grpSpPr>
              <a:xfrm>
                <a:off x="10635138" y="4128801"/>
                <a:ext cx="313848" cy="181547"/>
                <a:chOff x="10635138" y="4128801"/>
                <a:chExt cx="313848" cy="181547"/>
              </a:xfrm>
            </p:grpSpPr>
            <p:sp>
              <p:nvSpPr>
                <p:cNvPr id="1242" name="Google Shape;1242;p38"/>
                <p:cNvSpPr/>
                <p:nvPr/>
              </p:nvSpPr>
              <p:spPr>
                <a:xfrm>
                  <a:off x="10635138" y="4128801"/>
                  <a:ext cx="313848" cy="214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3848" h="21431" extrusionOk="0">
                      <a:moveTo>
                        <a:pt x="0" y="0"/>
                      </a:moveTo>
                      <a:lnTo>
                        <a:pt x="313849" y="0"/>
                      </a:lnTo>
                      <a:lnTo>
                        <a:pt x="313849" y="21431"/>
                      </a:lnTo>
                      <a:lnTo>
                        <a:pt x="0" y="21431"/>
                      </a:lnTo>
                      <a:close/>
                    </a:path>
                  </a:pathLst>
                </a:custGeom>
                <a:solidFill>
                  <a:schemeClr val="accent6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243" name="Google Shape;1243;p38"/>
                <p:cNvSpPr/>
                <p:nvPr/>
              </p:nvSpPr>
              <p:spPr>
                <a:xfrm>
                  <a:off x="10635138" y="4182141"/>
                  <a:ext cx="313848" cy="214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3848" h="21431" extrusionOk="0">
                      <a:moveTo>
                        <a:pt x="0" y="0"/>
                      </a:moveTo>
                      <a:lnTo>
                        <a:pt x="313849" y="0"/>
                      </a:lnTo>
                      <a:lnTo>
                        <a:pt x="313849" y="21431"/>
                      </a:lnTo>
                      <a:lnTo>
                        <a:pt x="0" y="21431"/>
                      </a:lnTo>
                      <a:close/>
                    </a:path>
                  </a:pathLst>
                </a:custGeom>
                <a:solidFill>
                  <a:schemeClr val="accent6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244" name="Google Shape;1244;p38"/>
                <p:cNvSpPr/>
                <p:nvPr/>
              </p:nvSpPr>
              <p:spPr>
                <a:xfrm>
                  <a:off x="10635138" y="4235481"/>
                  <a:ext cx="313848" cy="214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3848" h="21431" extrusionOk="0">
                      <a:moveTo>
                        <a:pt x="0" y="0"/>
                      </a:moveTo>
                      <a:lnTo>
                        <a:pt x="313849" y="0"/>
                      </a:lnTo>
                      <a:lnTo>
                        <a:pt x="313849" y="21431"/>
                      </a:lnTo>
                      <a:lnTo>
                        <a:pt x="0" y="21431"/>
                      </a:lnTo>
                      <a:close/>
                    </a:path>
                  </a:pathLst>
                </a:custGeom>
                <a:solidFill>
                  <a:schemeClr val="accent6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245" name="Google Shape;1245;p38"/>
                <p:cNvSpPr/>
                <p:nvPr/>
              </p:nvSpPr>
              <p:spPr>
                <a:xfrm>
                  <a:off x="10635138" y="4288917"/>
                  <a:ext cx="184689" cy="214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84689" h="21431" extrusionOk="0">
                      <a:moveTo>
                        <a:pt x="0" y="0"/>
                      </a:moveTo>
                      <a:lnTo>
                        <a:pt x="184689" y="0"/>
                      </a:lnTo>
                      <a:lnTo>
                        <a:pt x="184689" y="21431"/>
                      </a:lnTo>
                      <a:lnTo>
                        <a:pt x="-1" y="21431"/>
                      </a:lnTo>
                      <a:close/>
                    </a:path>
                  </a:pathLst>
                </a:custGeom>
                <a:solidFill>
                  <a:schemeClr val="accent6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sp>
            <p:nvSpPr>
              <p:cNvPr id="1246" name="Google Shape;1246;p38"/>
              <p:cNvSpPr/>
              <p:nvPr/>
            </p:nvSpPr>
            <p:spPr>
              <a:xfrm>
                <a:off x="10898599" y="3657790"/>
                <a:ext cx="112586" cy="112585"/>
              </a:xfrm>
              <a:custGeom>
                <a:avLst/>
                <a:gdLst/>
                <a:ahLst/>
                <a:cxnLst/>
                <a:rect l="l" t="t" r="r" b="b"/>
                <a:pathLst>
                  <a:path w="112586" h="112585" extrusionOk="0">
                    <a:moveTo>
                      <a:pt x="112586" y="112586"/>
                    </a:moveTo>
                    <a:lnTo>
                      <a:pt x="0" y="112586"/>
                    </a:lnTo>
                    <a:lnTo>
                      <a:pt x="0" y="0"/>
                    </a:lnTo>
                    <a:lnTo>
                      <a:pt x="0" y="0"/>
                    </a:lnTo>
                    <a:cubicBezTo>
                      <a:pt x="43910" y="43910"/>
                      <a:pt x="68581" y="68580"/>
                      <a:pt x="112586" y="112586"/>
                    </a:cubicBezTo>
                    <a:lnTo>
                      <a:pt x="112586" y="112586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1247" name="Google Shape;1247;p38"/>
          <p:cNvGrpSpPr/>
          <p:nvPr/>
        </p:nvGrpSpPr>
        <p:grpSpPr>
          <a:xfrm>
            <a:off x="755174" y="1181737"/>
            <a:ext cx="18197" cy="243247"/>
            <a:chOff x="10809827" y="4402455"/>
            <a:chExt cx="24764" cy="330993"/>
          </a:xfrm>
        </p:grpSpPr>
        <p:sp>
          <p:nvSpPr>
            <p:cNvPr id="1248" name="Google Shape;1248;p38"/>
            <p:cNvSpPr/>
            <p:nvPr/>
          </p:nvSpPr>
          <p:spPr>
            <a:xfrm>
              <a:off x="10822209" y="4414266"/>
              <a:ext cx="9525" cy="307467"/>
            </a:xfrm>
            <a:custGeom>
              <a:avLst/>
              <a:gdLst/>
              <a:ahLst/>
              <a:cxnLst/>
              <a:rect l="l" t="t" r="r" b="b"/>
              <a:pathLst>
                <a:path w="9525" h="307467" extrusionOk="0">
                  <a:moveTo>
                    <a:pt x="-1" y="307467"/>
                  </a:moveTo>
                  <a:lnTo>
                    <a:pt x="-1" y="0"/>
                  </a:lnTo>
                </a:path>
              </a:pathLst>
            </a:custGeom>
            <a:solidFill>
              <a:schemeClr val="accent4"/>
            </a:solidFill>
            <a:ln w="10950" cap="flat" cmpd="sng">
              <a:solidFill>
                <a:schemeClr val="accent4"/>
              </a:solidFill>
              <a:prstDash val="dashDot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49" name="Google Shape;1249;p38"/>
            <p:cNvSpPr/>
            <p:nvPr/>
          </p:nvSpPr>
          <p:spPr>
            <a:xfrm>
              <a:off x="10809827" y="4708683"/>
              <a:ext cx="24764" cy="24765"/>
            </a:xfrm>
            <a:custGeom>
              <a:avLst/>
              <a:gdLst/>
              <a:ahLst/>
              <a:cxnLst/>
              <a:rect l="l" t="t" r="r" b="b"/>
              <a:pathLst>
                <a:path w="24764" h="24765" extrusionOk="0">
                  <a:moveTo>
                    <a:pt x="24765" y="12382"/>
                  </a:moveTo>
                  <a:cubicBezTo>
                    <a:pt x="24765" y="19240"/>
                    <a:pt x="19241" y="24765"/>
                    <a:pt x="12382" y="24765"/>
                  </a:cubicBezTo>
                  <a:cubicBezTo>
                    <a:pt x="5524" y="24765"/>
                    <a:pt x="0" y="19240"/>
                    <a:pt x="0" y="12382"/>
                  </a:cubicBezTo>
                  <a:cubicBezTo>
                    <a:pt x="0" y="5524"/>
                    <a:pt x="5524" y="0"/>
                    <a:pt x="12382" y="0"/>
                  </a:cubicBezTo>
                  <a:cubicBezTo>
                    <a:pt x="19241" y="0"/>
                    <a:pt x="24765" y="5524"/>
                    <a:pt x="24765" y="12382"/>
                  </a:cubicBezTo>
                  <a:close/>
                </a:path>
              </a:pathLst>
            </a:custGeom>
            <a:solidFill>
              <a:schemeClr val="accent4"/>
            </a:solidFill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50" name="Google Shape;1250;p38"/>
            <p:cNvSpPr/>
            <p:nvPr/>
          </p:nvSpPr>
          <p:spPr>
            <a:xfrm>
              <a:off x="10809827" y="4402455"/>
              <a:ext cx="24764" cy="24764"/>
            </a:xfrm>
            <a:custGeom>
              <a:avLst/>
              <a:gdLst/>
              <a:ahLst/>
              <a:cxnLst/>
              <a:rect l="l" t="t" r="r" b="b"/>
              <a:pathLst>
                <a:path w="24764" h="24764" extrusionOk="0">
                  <a:moveTo>
                    <a:pt x="24765" y="12382"/>
                  </a:moveTo>
                  <a:cubicBezTo>
                    <a:pt x="24765" y="5524"/>
                    <a:pt x="19241" y="0"/>
                    <a:pt x="12382" y="0"/>
                  </a:cubicBezTo>
                  <a:cubicBezTo>
                    <a:pt x="5524" y="0"/>
                    <a:pt x="0" y="5524"/>
                    <a:pt x="0" y="12382"/>
                  </a:cubicBezTo>
                  <a:cubicBezTo>
                    <a:pt x="0" y="19240"/>
                    <a:pt x="5524" y="24765"/>
                    <a:pt x="12382" y="24765"/>
                  </a:cubicBezTo>
                  <a:cubicBezTo>
                    <a:pt x="19241" y="24765"/>
                    <a:pt x="24765" y="19240"/>
                    <a:pt x="24765" y="12382"/>
                  </a:cubicBezTo>
                  <a:close/>
                </a:path>
              </a:pathLst>
            </a:custGeom>
            <a:solidFill>
              <a:schemeClr val="accent4"/>
            </a:solidFill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251" name="Google Shape;1251;p38"/>
          <p:cNvGrpSpPr/>
          <p:nvPr/>
        </p:nvGrpSpPr>
        <p:grpSpPr>
          <a:xfrm>
            <a:off x="7595314" y="1536380"/>
            <a:ext cx="363177" cy="451073"/>
            <a:chOff x="7385113" y="1535430"/>
            <a:chExt cx="435673" cy="541115"/>
          </a:xfrm>
        </p:grpSpPr>
        <p:sp>
          <p:nvSpPr>
            <p:cNvPr id="1252" name="Google Shape;1252;p38"/>
            <p:cNvSpPr/>
            <p:nvPr/>
          </p:nvSpPr>
          <p:spPr>
            <a:xfrm>
              <a:off x="7385113" y="1535430"/>
              <a:ext cx="435673" cy="541115"/>
            </a:xfrm>
            <a:custGeom>
              <a:avLst/>
              <a:gdLst/>
              <a:ahLst/>
              <a:cxnLst/>
              <a:rect l="l" t="t" r="r" b="b"/>
              <a:pathLst>
                <a:path w="435673" h="541115" extrusionOk="0">
                  <a:moveTo>
                    <a:pt x="394621" y="0"/>
                  </a:moveTo>
                  <a:cubicBezTo>
                    <a:pt x="417294" y="0"/>
                    <a:pt x="435674" y="18380"/>
                    <a:pt x="435674" y="41053"/>
                  </a:cubicBezTo>
                  <a:lnTo>
                    <a:pt x="435674" y="500062"/>
                  </a:lnTo>
                  <a:cubicBezTo>
                    <a:pt x="435674" y="522735"/>
                    <a:pt x="417294" y="541115"/>
                    <a:pt x="394621" y="541115"/>
                  </a:cubicBezTo>
                  <a:lnTo>
                    <a:pt x="41053" y="541115"/>
                  </a:lnTo>
                  <a:cubicBezTo>
                    <a:pt x="18380" y="541115"/>
                    <a:pt x="0" y="522735"/>
                    <a:pt x="0" y="500062"/>
                  </a:cubicBezTo>
                  <a:lnTo>
                    <a:pt x="0" y="41053"/>
                  </a:lnTo>
                  <a:cubicBezTo>
                    <a:pt x="0" y="18380"/>
                    <a:pt x="18380" y="0"/>
                    <a:pt x="41053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grpSp>
          <p:nvGrpSpPr>
            <p:cNvPr id="1253" name="Google Shape;1253;p38"/>
            <p:cNvGrpSpPr/>
            <p:nvPr/>
          </p:nvGrpSpPr>
          <p:grpSpPr>
            <a:xfrm>
              <a:off x="7612094" y="1566576"/>
              <a:ext cx="164781" cy="41529"/>
              <a:chOff x="7612094" y="1566576"/>
              <a:chExt cx="164781" cy="41529"/>
            </a:xfrm>
          </p:grpSpPr>
          <p:sp>
            <p:nvSpPr>
              <p:cNvPr id="1254" name="Google Shape;1254;p38"/>
              <p:cNvSpPr/>
              <p:nvPr/>
            </p:nvSpPr>
            <p:spPr>
              <a:xfrm>
                <a:off x="7735347" y="1566576"/>
                <a:ext cx="41528" cy="41529"/>
              </a:xfrm>
              <a:custGeom>
                <a:avLst/>
                <a:gdLst/>
                <a:ahLst/>
                <a:cxnLst/>
                <a:rect l="l" t="t" r="r" b="b"/>
                <a:pathLst>
                  <a:path w="41528" h="41529" extrusionOk="0">
                    <a:moveTo>
                      <a:pt x="41529" y="20765"/>
                    </a:moveTo>
                    <a:cubicBezTo>
                      <a:pt x="41529" y="32290"/>
                      <a:pt x="32195" y="41529"/>
                      <a:pt x="20764" y="41529"/>
                    </a:cubicBezTo>
                    <a:cubicBezTo>
                      <a:pt x="9335" y="41529"/>
                      <a:pt x="0" y="32194"/>
                      <a:pt x="0" y="20765"/>
                    </a:cubicBezTo>
                    <a:cubicBezTo>
                      <a:pt x="0" y="9334"/>
                      <a:pt x="9335" y="0"/>
                      <a:pt x="20764" y="0"/>
                    </a:cubicBezTo>
                    <a:cubicBezTo>
                      <a:pt x="32195" y="0"/>
                      <a:pt x="41529" y="9334"/>
                      <a:pt x="41529" y="20765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255" name="Google Shape;1255;p38"/>
              <p:cNvSpPr/>
              <p:nvPr/>
            </p:nvSpPr>
            <p:spPr>
              <a:xfrm>
                <a:off x="7673721" y="1566576"/>
                <a:ext cx="41528" cy="41529"/>
              </a:xfrm>
              <a:custGeom>
                <a:avLst/>
                <a:gdLst/>
                <a:ahLst/>
                <a:cxnLst/>
                <a:rect l="l" t="t" r="r" b="b"/>
                <a:pathLst>
                  <a:path w="41528" h="41529" extrusionOk="0">
                    <a:moveTo>
                      <a:pt x="41529" y="20765"/>
                    </a:moveTo>
                    <a:cubicBezTo>
                      <a:pt x="41529" y="32290"/>
                      <a:pt x="32195" y="41529"/>
                      <a:pt x="20764" y="41529"/>
                    </a:cubicBezTo>
                    <a:cubicBezTo>
                      <a:pt x="9334" y="41529"/>
                      <a:pt x="0" y="32194"/>
                      <a:pt x="0" y="20765"/>
                    </a:cubicBezTo>
                    <a:cubicBezTo>
                      <a:pt x="0" y="9334"/>
                      <a:pt x="9334" y="0"/>
                      <a:pt x="20764" y="0"/>
                    </a:cubicBezTo>
                    <a:cubicBezTo>
                      <a:pt x="32195" y="0"/>
                      <a:pt x="41529" y="9334"/>
                      <a:pt x="41529" y="20765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256" name="Google Shape;1256;p38"/>
              <p:cNvSpPr/>
              <p:nvPr/>
            </p:nvSpPr>
            <p:spPr>
              <a:xfrm>
                <a:off x="7612094" y="1566576"/>
                <a:ext cx="41529" cy="41529"/>
              </a:xfrm>
              <a:custGeom>
                <a:avLst/>
                <a:gdLst/>
                <a:ahLst/>
                <a:cxnLst/>
                <a:rect l="l" t="t" r="r" b="b"/>
                <a:pathLst>
                  <a:path w="41529" h="41529" extrusionOk="0">
                    <a:moveTo>
                      <a:pt x="41529" y="20765"/>
                    </a:moveTo>
                    <a:cubicBezTo>
                      <a:pt x="41529" y="32290"/>
                      <a:pt x="32195" y="41529"/>
                      <a:pt x="20764" y="41529"/>
                    </a:cubicBezTo>
                    <a:cubicBezTo>
                      <a:pt x="9335" y="41529"/>
                      <a:pt x="0" y="32194"/>
                      <a:pt x="0" y="20765"/>
                    </a:cubicBezTo>
                    <a:cubicBezTo>
                      <a:pt x="0" y="9334"/>
                      <a:pt x="9335" y="0"/>
                      <a:pt x="20764" y="0"/>
                    </a:cubicBezTo>
                    <a:cubicBezTo>
                      <a:pt x="32195" y="0"/>
                      <a:pt x="41529" y="9334"/>
                      <a:pt x="41529" y="20765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1257" name="Google Shape;1257;p38"/>
          <p:cNvGrpSpPr/>
          <p:nvPr/>
        </p:nvGrpSpPr>
        <p:grpSpPr>
          <a:xfrm>
            <a:off x="7624772" y="1623323"/>
            <a:ext cx="299338" cy="313076"/>
            <a:chOff x="7420451" y="1639728"/>
            <a:chExt cx="359091" cy="375571"/>
          </a:xfrm>
        </p:grpSpPr>
        <p:sp>
          <p:nvSpPr>
            <p:cNvPr id="1258" name="Google Shape;1258;p38"/>
            <p:cNvSpPr/>
            <p:nvPr/>
          </p:nvSpPr>
          <p:spPr>
            <a:xfrm>
              <a:off x="7420451" y="1852041"/>
              <a:ext cx="357473" cy="163258"/>
            </a:xfrm>
            <a:custGeom>
              <a:avLst/>
              <a:gdLst/>
              <a:ahLst/>
              <a:cxnLst/>
              <a:rect l="l" t="t" r="r" b="b"/>
              <a:pathLst>
                <a:path w="357473" h="163258" extrusionOk="0">
                  <a:moveTo>
                    <a:pt x="40196" y="72962"/>
                  </a:moveTo>
                  <a:lnTo>
                    <a:pt x="0" y="72962"/>
                  </a:lnTo>
                  <a:lnTo>
                    <a:pt x="0" y="90297"/>
                  </a:lnTo>
                  <a:lnTo>
                    <a:pt x="40196" y="90297"/>
                  </a:lnTo>
                  <a:lnTo>
                    <a:pt x="40196" y="72962"/>
                  </a:lnTo>
                  <a:close/>
                  <a:moveTo>
                    <a:pt x="185166" y="126778"/>
                  </a:moveTo>
                  <a:lnTo>
                    <a:pt x="294894" y="126778"/>
                  </a:lnTo>
                  <a:lnTo>
                    <a:pt x="294894" y="109347"/>
                  </a:lnTo>
                  <a:lnTo>
                    <a:pt x="185166" y="109347"/>
                  </a:lnTo>
                  <a:lnTo>
                    <a:pt x="185166" y="126778"/>
                  </a:lnTo>
                  <a:close/>
                  <a:moveTo>
                    <a:pt x="294894" y="0"/>
                  </a:moveTo>
                  <a:lnTo>
                    <a:pt x="38291" y="0"/>
                  </a:lnTo>
                  <a:lnTo>
                    <a:pt x="38291" y="17335"/>
                  </a:lnTo>
                  <a:lnTo>
                    <a:pt x="294894" y="17335"/>
                  </a:lnTo>
                  <a:lnTo>
                    <a:pt x="294894" y="0"/>
                  </a:lnTo>
                  <a:close/>
                  <a:moveTo>
                    <a:pt x="0" y="163259"/>
                  </a:moveTo>
                  <a:lnTo>
                    <a:pt x="99632" y="163259"/>
                  </a:lnTo>
                  <a:lnTo>
                    <a:pt x="99632" y="145828"/>
                  </a:lnTo>
                  <a:lnTo>
                    <a:pt x="0" y="145828"/>
                  </a:lnTo>
                  <a:lnTo>
                    <a:pt x="0" y="163259"/>
                  </a:lnTo>
                  <a:close/>
                  <a:moveTo>
                    <a:pt x="76581" y="36481"/>
                  </a:moveTo>
                  <a:lnTo>
                    <a:pt x="0" y="36481"/>
                  </a:lnTo>
                  <a:lnTo>
                    <a:pt x="0" y="53816"/>
                  </a:lnTo>
                  <a:lnTo>
                    <a:pt x="76581" y="53816"/>
                  </a:lnTo>
                  <a:lnTo>
                    <a:pt x="76581" y="36481"/>
                  </a:lnTo>
                  <a:close/>
                  <a:moveTo>
                    <a:pt x="52483" y="90297"/>
                  </a:moveTo>
                  <a:lnTo>
                    <a:pt x="207836" y="90297"/>
                  </a:lnTo>
                  <a:lnTo>
                    <a:pt x="207836" y="72962"/>
                  </a:lnTo>
                  <a:lnTo>
                    <a:pt x="52483" y="72962"/>
                  </a:lnTo>
                  <a:lnTo>
                    <a:pt x="52483" y="90297"/>
                  </a:lnTo>
                  <a:close/>
                  <a:moveTo>
                    <a:pt x="164402" y="109347"/>
                  </a:moveTo>
                  <a:lnTo>
                    <a:pt x="0" y="109347"/>
                  </a:lnTo>
                  <a:lnTo>
                    <a:pt x="0" y="126778"/>
                  </a:lnTo>
                  <a:lnTo>
                    <a:pt x="164402" y="126778"/>
                  </a:lnTo>
                  <a:lnTo>
                    <a:pt x="164402" y="109347"/>
                  </a:lnTo>
                  <a:close/>
                  <a:moveTo>
                    <a:pt x="220218" y="90297"/>
                  </a:moveTo>
                  <a:lnTo>
                    <a:pt x="357378" y="90297"/>
                  </a:lnTo>
                  <a:lnTo>
                    <a:pt x="357378" y="72962"/>
                  </a:lnTo>
                  <a:lnTo>
                    <a:pt x="220218" y="72962"/>
                  </a:lnTo>
                  <a:lnTo>
                    <a:pt x="220218" y="90297"/>
                  </a:lnTo>
                  <a:close/>
                  <a:moveTo>
                    <a:pt x="97441" y="53816"/>
                  </a:moveTo>
                  <a:lnTo>
                    <a:pt x="357474" y="53816"/>
                  </a:lnTo>
                  <a:lnTo>
                    <a:pt x="357474" y="36481"/>
                  </a:lnTo>
                  <a:lnTo>
                    <a:pt x="97441" y="36481"/>
                  </a:lnTo>
                  <a:lnTo>
                    <a:pt x="97441" y="53816"/>
                  </a:lnTo>
                  <a:close/>
                  <a:moveTo>
                    <a:pt x="305371" y="0"/>
                  </a:moveTo>
                  <a:lnTo>
                    <a:pt x="305371" y="17335"/>
                  </a:lnTo>
                  <a:lnTo>
                    <a:pt x="357378" y="17335"/>
                  </a:lnTo>
                  <a:lnTo>
                    <a:pt x="357378" y="0"/>
                  </a:lnTo>
                  <a:lnTo>
                    <a:pt x="305371" y="0"/>
                  </a:lnTo>
                  <a:close/>
                  <a:moveTo>
                    <a:pt x="315659" y="126778"/>
                  </a:moveTo>
                  <a:lnTo>
                    <a:pt x="357378" y="126778"/>
                  </a:lnTo>
                  <a:lnTo>
                    <a:pt x="357378" y="109347"/>
                  </a:lnTo>
                  <a:lnTo>
                    <a:pt x="315659" y="109347"/>
                  </a:lnTo>
                  <a:lnTo>
                    <a:pt x="315659" y="126778"/>
                  </a:lnTo>
                  <a:close/>
                  <a:moveTo>
                    <a:pt x="120396" y="163259"/>
                  </a:moveTo>
                  <a:lnTo>
                    <a:pt x="222981" y="163259"/>
                  </a:lnTo>
                  <a:lnTo>
                    <a:pt x="222981" y="145828"/>
                  </a:lnTo>
                  <a:lnTo>
                    <a:pt x="120396" y="145828"/>
                  </a:lnTo>
                  <a:lnTo>
                    <a:pt x="120396" y="163259"/>
                  </a:lnTo>
                  <a:close/>
                  <a:moveTo>
                    <a:pt x="235363" y="163259"/>
                  </a:moveTo>
                  <a:lnTo>
                    <a:pt x="313563" y="163259"/>
                  </a:lnTo>
                  <a:lnTo>
                    <a:pt x="313563" y="145828"/>
                  </a:lnTo>
                  <a:lnTo>
                    <a:pt x="235363" y="145828"/>
                  </a:lnTo>
                  <a:lnTo>
                    <a:pt x="235363" y="163259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59" name="Google Shape;1259;p38"/>
            <p:cNvSpPr/>
            <p:nvPr/>
          </p:nvSpPr>
          <p:spPr>
            <a:xfrm>
              <a:off x="7425594" y="1639728"/>
              <a:ext cx="353948" cy="180117"/>
            </a:xfrm>
            <a:custGeom>
              <a:avLst/>
              <a:gdLst/>
              <a:ahLst/>
              <a:cxnLst/>
              <a:rect l="l" t="t" r="r" b="b"/>
              <a:pathLst>
                <a:path w="353948" h="180117" extrusionOk="0">
                  <a:moveTo>
                    <a:pt x="0" y="0"/>
                  </a:moveTo>
                  <a:lnTo>
                    <a:pt x="353949" y="0"/>
                  </a:lnTo>
                  <a:lnTo>
                    <a:pt x="353949" y="180118"/>
                  </a:lnTo>
                  <a:lnTo>
                    <a:pt x="0" y="180118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260" name="Google Shape;1260;p38"/>
          <p:cNvGrpSpPr/>
          <p:nvPr/>
        </p:nvGrpSpPr>
        <p:grpSpPr>
          <a:xfrm>
            <a:off x="8216550" y="1526835"/>
            <a:ext cx="396068" cy="717683"/>
            <a:chOff x="1945386" y="5582316"/>
            <a:chExt cx="470725" cy="852963"/>
          </a:xfrm>
        </p:grpSpPr>
        <p:grpSp>
          <p:nvGrpSpPr>
            <p:cNvPr id="1261" name="Google Shape;1261;p38"/>
            <p:cNvGrpSpPr/>
            <p:nvPr/>
          </p:nvGrpSpPr>
          <p:grpSpPr>
            <a:xfrm>
              <a:off x="1945386" y="5582316"/>
              <a:ext cx="470725" cy="852963"/>
              <a:chOff x="1945386" y="5582316"/>
              <a:chExt cx="470725" cy="852963"/>
            </a:xfrm>
          </p:grpSpPr>
          <p:sp>
            <p:nvSpPr>
              <p:cNvPr id="1262" name="Google Shape;1262;p38"/>
              <p:cNvSpPr/>
              <p:nvPr/>
            </p:nvSpPr>
            <p:spPr>
              <a:xfrm>
                <a:off x="1945386" y="5582316"/>
                <a:ext cx="470725" cy="852963"/>
              </a:xfrm>
              <a:custGeom>
                <a:avLst/>
                <a:gdLst/>
                <a:ahLst/>
                <a:cxnLst/>
                <a:rect l="l" t="t" r="r" b="b"/>
                <a:pathLst>
                  <a:path w="470725" h="852963" extrusionOk="0">
                    <a:moveTo>
                      <a:pt x="435388" y="0"/>
                    </a:moveTo>
                    <a:cubicBezTo>
                      <a:pt x="454904" y="0"/>
                      <a:pt x="470726" y="15821"/>
                      <a:pt x="470726" y="35338"/>
                    </a:cubicBezTo>
                    <a:lnTo>
                      <a:pt x="470726" y="817626"/>
                    </a:lnTo>
                    <a:cubicBezTo>
                      <a:pt x="470726" y="837143"/>
                      <a:pt x="454904" y="852964"/>
                      <a:pt x="435388" y="852964"/>
                    </a:cubicBezTo>
                    <a:lnTo>
                      <a:pt x="35338" y="852964"/>
                    </a:lnTo>
                    <a:cubicBezTo>
                      <a:pt x="15821" y="852964"/>
                      <a:pt x="0" y="837143"/>
                      <a:pt x="0" y="817626"/>
                    </a:cubicBezTo>
                    <a:lnTo>
                      <a:pt x="0" y="35338"/>
                    </a:lnTo>
                    <a:cubicBezTo>
                      <a:pt x="0" y="15822"/>
                      <a:pt x="15821" y="0"/>
                      <a:pt x="35338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263" name="Google Shape;1263;p38"/>
              <p:cNvSpPr/>
              <p:nvPr/>
            </p:nvSpPr>
            <p:spPr>
              <a:xfrm>
                <a:off x="1965864" y="5625846"/>
                <a:ext cx="429577" cy="699420"/>
              </a:xfrm>
              <a:custGeom>
                <a:avLst/>
                <a:gdLst/>
                <a:ahLst/>
                <a:cxnLst/>
                <a:rect l="l" t="t" r="r" b="b"/>
                <a:pathLst>
                  <a:path w="429577" h="699420" extrusionOk="0">
                    <a:moveTo>
                      <a:pt x="0" y="0"/>
                    </a:moveTo>
                    <a:lnTo>
                      <a:pt x="429578" y="0"/>
                    </a:lnTo>
                    <a:lnTo>
                      <a:pt x="429578" y="699421"/>
                    </a:lnTo>
                    <a:lnTo>
                      <a:pt x="0" y="699421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sp>
          <p:nvSpPr>
            <p:cNvPr id="1264" name="Google Shape;1264;p38"/>
            <p:cNvSpPr/>
            <p:nvPr/>
          </p:nvSpPr>
          <p:spPr>
            <a:xfrm>
              <a:off x="1986438" y="6371462"/>
              <a:ext cx="388334" cy="32194"/>
            </a:xfrm>
            <a:custGeom>
              <a:avLst/>
              <a:gdLst/>
              <a:ahLst/>
              <a:cxnLst/>
              <a:rect l="l" t="t" r="r" b="b"/>
              <a:pathLst>
                <a:path w="388334" h="32194" extrusionOk="0">
                  <a:moveTo>
                    <a:pt x="88011" y="0"/>
                  </a:moveTo>
                  <a:lnTo>
                    <a:pt x="16097" y="0"/>
                  </a:lnTo>
                  <a:cubicBezTo>
                    <a:pt x="7239" y="0"/>
                    <a:pt x="0" y="7239"/>
                    <a:pt x="0" y="16097"/>
                  </a:cubicBezTo>
                  <a:cubicBezTo>
                    <a:pt x="0" y="24955"/>
                    <a:pt x="7239" y="32195"/>
                    <a:pt x="16097" y="32195"/>
                  </a:cubicBezTo>
                  <a:lnTo>
                    <a:pt x="88011" y="32195"/>
                  </a:lnTo>
                  <a:cubicBezTo>
                    <a:pt x="96869" y="32195"/>
                    <a:pt x="104108" y="24955"/>
                    <a:pt x="104108" y="16097"/>
                  </a:cubicBezTo>
                  <a:cubicBezTo>
                    <a:pt x="104108" y="7239"/>
                    <a:pt x="96869" y="0"/>
                    <a:pt x="88011" y="0"/>
                  </a:cubicBezTo>
                  <a:close/>
                  <a:moveTo>
                    <a:pt x="230124" y="0"/>
                  </a:moveTo>
                  <a:lnTo>
                    <a:pt x="158210" y="0"/>
                  </a:lnTo>
                  <a:cubicBezTo>
                    <a:pt x="149352" y="0"/>
                    <a:pt x="142113" y="7239"/>
                    <a:pt x="142113" y="16097"/>
                  </a:cubicBezTo>
                  <a:cubicBezTo>
                    <a:pt x="142113" y="24955"/>
                    <a:pt x="149352" y="32195"/>
                    <a:pt x="158210" y="32195"/>
                  </a:cubicBezTo>
                  <a:lnTo>
                    <a:pt x="230124" y="32195"/>
                  </a:lnTo>
                  <a:cubicBezTo>
                    <a:pt x="238982" y="32195"/>
                    <a:pt x="246221" y="24955"/>
                    <a:pt x="246221" y="16097"/>
                  </a:cubicBezTo>
                  <a:cubicBezTo>
                    <a:pt x="246221" y="7239"/>
                    <a:pt x="238982" y="0"/>
                    <a:pt x="230124" y="0"/>
                  </a:cubicBezTo>
                  <a:close/>
                  <a:moveTo>
                    <a:pt x="372237" y="0"/>
                  </a:moveTo>
                  <a:lnTo>
                    <a:pt x="300323" y="0"/>
                  </a:lnTo>
                  <a:cubicBezTo>
                    <a:pt x="291465" y="0"/>
                    <a:pt x="284226" y="7239"/>
                    <a:pt x="284226" y="16097"/>
                  </a:cubicBezTo>
                  <a:cubicBezTo>
                    <a:pt x="284226" y="24955"/>
                    <a:pt x="291465" y="32195"/>
                    <a:pt x="300323" y="32195"/>
                  </a:cubicBezTo>
                  <a:lnTo>
                    <a:pt x="372237" y="32195"/>
                  </a:lnTo>
                  <a:cubicBezTo>
                    <a:pt x="381095" y="32195"/>
                    <a:pt x="388334" y="24955"/>
                    <a:pt x="388334" y="16097"/>
                  </a:cubicBezTo>
                  <a:cubicBezTo>
                    <a:pt x="388334" y="7239"/>
                    <a:pt x="381095" y="0"/>
                    <a:pt x="372237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265" name="Google Shape;1265;p38"/>
          <p:cNvGrpSpPr/>
          <p:nvPr/>
        </p:nvGrpSpPr>
        <p:grpSpPr>
          <a:xfrm>
            <a:off x="7883601" y="539492"/>
            <a:ext cx="1061979" cy="558999"/>
            <a:chOff x="3859815" y="2867310"/>
            <a:chExt cx="1262157" cy="664368"/>
          </a:xfrm>
        </p:grpSpPr>
        <p:sp>
          <p:nvSpPr>
            <p:cNvPr id="1266" name="Google Shape;1266;p38"/>
            <p:cNvSpPr/>
            <p:nvPr/>
          </p:nvSpPr>
          <p:spPr>
            <a:xfrm>
              <a:off x="3859815" y="2867310"/>
              <a:ext cx="1262157" cy="664368"/>
            </a:xfrm>
            <a:custGeom>
              <a:avLst/>
              <a:gdLst/>
              <a:ahLst/>
              <a:cxnLst/>
              <a:rect l="l" t="t" r="r" b="b"/>
              <a:pathLst>
                <a:path w="1262157" h="664368" extrusionOk="0">
                  <a:moveTo>
                    <a:pt x="1102233" y="344424"/>
                  </a:moveTo>
                  <a:cubicBezTo>
                    <a:pt x="1090231" y="344424"/>
                    <a:pt x="1078611" y="345757"/>
                    <a:pt x="1067372" y="348234"/>
                  </a:cubicBezTo>
                  <a:cubicBezTo>
                    <a:pt x="1048131" y="223838"/>
                    <a:pt x="945166" y="127159"/>
                    <a:pt x="817816" y="117348"/>
                  </a:cubicBezTo>
                  <a:cubicBezTo>
                    <a:pt x="756856" y="45625"/>
                    <a:pt x="666083" y="0"/>
                    <a:pt x="564547" y="0"/>
                  </a:cubicBezTo>
                  <a:cubicBezTo>
                    <a:pt x="398526" y="0"/>
                    <a:pt x="260890" y="121825"/>
                    <a:pt x="236220" y="280988"/>
                  </a:cubicBezTo>
                  <a:cubicBezTo>
                    <a:pt x="222599" y="277939"/>
                    <a:pt x="208502" y="276320"/>
                    <a:pt x="194024" y="276320"/>
                  </a:cubicBezTo>
                  <a:cubicBezTo>
                    <a:pt x="86868" y="276320"/>
                    <a:pt x="0" y="363188"/>
                    <a:pt x="0" y="470345"/>
                  </a:cubicBezTo>
                  <a:cubicBezTo>
                    <a:pt x="0" y="577501"/>
                    <a:pt x="86868" y="664369"/>
                    <a:pt x="194024" y="664369"/>
                  </a:cubicBezTo>
                  <a:lnTo>
                    <a:pt x="1102138" y="664369"/>
                  </a:lnTo>
                  <a:cubicBezTo>
                    <a:pt x="1190530" y="664369"/>
                    <a:pt x="1262158" y="592741"/>
                    <a:pt x="1262158" y="504349"/>
                  </a:cubicBezTo>
                  <a:cubicBezTo>
                    <a:pt x="1262158" y="415957"/>
                    <a:pt x="1190530" y="344329"/>
                    <a:pt x="1102138" y="344329"/>
                  </a:cubicBezTo>
                  <a:close/>
                </a:path>
              </a:pathLst>
            </a:custGeom>
            <a:solidFill>
              <a:srgbClr val="42444F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grpSp>
          <p:nvGrpSpPr>
            <p:cNvPr id="1267" name="Google Shape;1267;p38"/>
            <p:cNvGrpSpPr/>
            <p:nvPr/>
          </p:nvGrpSpPr>
          <p:grpSpPr>
            <a:xfrm>
              <a:off x="4275677" y="3065525"/>
              <a:ext cx="334517" cy="380047"/>
              <a:chOff x="4275677" y="3065525"/>
              <a:chExt cx="334517" cy="380047"/>
            </a:xfrm>
          </p:grpSpPr>
          <p:grpSp>
            <p:nvGrpSpPr>
              <p:cNvPr id="1268" name="Google Shape;1268;p38"/>
              <p:cNvGrpSpPr/>
              <p:nvPr/>
            </p:nvGrpSpPr>
            <p:grpSpPr>
              <a:xfrm>
                <a:off x="4275677" y="3065525"/>
                <a:ext cx="334517" cy="380047"/>
                <a:chOff x="4275677" y="3065525"/>
                <a:chExt cx="334517" cy="380047"/>
              </a:xfrm>
            </p:grpSpPr>
            <p:grpSp>
              <p:nvGrpSpPr>
                <p:cNvPr id="1269" name="Google Shape;1269;p38"/>
                <p:cNvGrpSpPr/>
                <p:nvPr/>
              </p:nvGrpSpPr>
              <p:grpSpPr>
                <a:xfrm>
                  <a:off x="4275677" y="3301269"/>
                  <a:ext cx="334422" cy="144303"/>
                  <a:chOff x="4275677" y="3301269"/>
                  <a:chExt cx="334422" cy="144303"/>
                </a:xfrm>
              </p:grpSpPr>
              <p:sp>
                <p:nvSpPr>
                  <p:cNvPr id="1270" name="Google Shape;1270;p38"/>
                  <p:cNvSpPr/>
                  <p:nvPr/>
                </p:nvSpPr>
                <p:spPr>
                  <a:xfrm>
                    <a:off x="4275677" y="3331654"/>
                    <a:ext cx="334422" cy="113918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34422" h="113918" extrusionOk="0">
                        <a:moveTo>
                          <a:pt x="95" y="0"/>
                        </a:moveTo>
                        <a:lnTo>
                          <a:pt x="95" y="83534"/>
                        </a:lnTo>
                        <a:cubicBezTo>
                          <a:pt x="95" y="100298"/>
                          <a:pt x="74962" y="113919"/>
                          <a:pt x="167259" y="113919"/>
                        </a:cubicBezTo>
                        <a:cubicBezTo>
                          <a:pt x="259556" y="113919"/>
                          <a:pt x="334423" y="100298"/>
                          <a:pt x="334423" y="83534"/>
                        </a:cubicBezTo>
                        <a:lnTo>
                          <a:pt x="334423" y="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solidFill>
                    <a:srgbClr val="CFD3D9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 dirty="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71" name="Google Shape;1271;p38"/>
                  <p:cNvSpPr/>
                  <p:nvPr/>
                </p:nvSpPr>
                <p:spPr>
                  <a:xfrm>
                    <a:off x="4275772" y="3301269"/>
                    <a:ext cx="334327" cy="6076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34327" h="60769" extrusionOk="0">
                        <a:moveTo>
                          <a:pt x="334328" y="30385"/>
                        </a:moveTo>
                        <a:cubicBezTo>
                          <a:pt x="334328" y="47166"/>
                          <a:pt x="259486" y="60770"/>
                          <a:pt x="167164" y="60770"/>
                        </a:cubicBezTo>
                        <a:cubicBezTo>
                          <a:pt x="74842" y="60770"/>
                          <a:pt x="0" y="47166"/>
                          <a:pt x="0" y="30385"/>
                        </a:cubicBezTo>
                        <a:cubicBezTo>
                          <a:pt x="0" y="13604"/>
                          <a:pt x="74842" y="0"/>
                          <a:pt x="167164" y="0"/>
                        </a:cubicBezTo>
                        <a:cubicBezTo>
                          <a:pt x="259486" y="0"/>
                          <a:pt x="334328" y="13604"/>
                          <a:pt x="334328" y="30385"/>
                        </a:cubicBezTo>
                        <a:close/>
                      </a:path>
                    </a:pathLst>
                  </a:custGeom>
                  <a:solidFill>
                    <a:srgbClr val="E6EAF0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 dirty="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1272" name="Google Shape;1272;p38"/>
                <p:cNvGrpSpPr/>
                <p:nvPr/>
              </p:nvGrpSpPr>
              <p:grpSpPr>
                <a:xfrm>
                  <a:off x="4275677" y="3183350"/>
                  <a:ext cx="334422" cy="144302"/>
                  <a:chOff x="4275677" y="3183350"/>
                  <a:chExt cx="334422" cy="144302"/>
                </a:xfrm>
              </p:grpSpPr>
              <p:sp>
                <p:nvSpPr>
                  <p:cNvPr id="1273" name="Google Shape;1273;p38"/>
                  <p:cNvSpPr/>
                  <p:nvPr/>
                </p:nvSpPr>
                <p:spPr>
                  <a:xfrm>
                    <a:off x="4275677" y="3213734"/>
                    <a:ext cx="334422" cy="113918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34422" h="113918" extrusionOk="0">
                        <a:moveTo>
                          <a:pt x="95" y="0"/>
                        </a:moveTo>
                        <a:lnTo>
                          <a:pt x="95" y="83534"/>
                        </a:lnTo>
                        <a:cubicBezTo>
                          <a:pt x="95" y="100298"/>
                          <a:pt x="74962" y="113919"/>
                          <a:pt x="167259" y="113919"/>
                        </a:cubicBezTo>
                        <a:cubicBezTo>
                          <a:pt x="259556" y="113919"/>
                          <a:pt x="334423" y="100298"/>
                          <a:pt x="334423" y="83534"/>
                        </a:cubicBezTo>
                        <a:lnTo>
                          <a:pt x="334423" y="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solidFill>
                    <a:srgbClr val="CFD3D9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 dirty="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74" name="Google Shape;1274;p38"/>
                  <p:cNvSpPr/>
                  <p:nvPr/>
                </p:nvSpPr>
                <p:spPr>
                  <a:xfrm>
                    <a:off x="4275772" y="3183350"/>
                    <a:ext cx="334327" cy="6076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34327" h="60769" extrusionOk="0">
                        <a:moveTo>
                          <a:pt x="334328" y="30385"/>
                        </a:moveTo>
                        <a:cubicBezTo>
                          <a:pt x="334328" y="47166"/>
                          <a:pt x="259486" y="60769"/>
                          <a:pt x="167164" y="60769"/>
                        </a:cubicBezTo>
                        <a:cubicBezTo>
                          <a:pt x="74842" y="60769"/>
                          <a:pt x="0" y="47166"/>
                          <a:pt x="0" y="30385"/>
                        </a:cubicBezTo>
                        <a:cubicBezTo>
                          <a:pt x="0" y="13604"/>
                          <a:pt x="74842" y="0"/>
                          <a:pt x="167164" y="0"/>
                        </a:cubicBezTo>
                        <a:cubicBezTo>
                          <a:pt x="259486" y="0"/>
                          <a:pt x="334328" y="13604"/>
                          <a:pt x="334328" y="30385"/>
                        </a:cubicBezTo>
                        <a:close/>
                      </a:path>
                    </a:pathLst>
                  </a:custGeom>
                  <a:solidFill>
                    <a:srgbClr val="E6EAF0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 dirty="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1275" name="Google Shape;1275;p38"/>
                <p:cNvGrpSpPr/>
                <p:nvPr/>
              </p:nvGrpSpPr>
              <p:grpSpPr>
                <a:xfrm>
                  <a:off x="4275677" y="3065525"/>
                  <a:ext cx="334517" cy="144303"/>
                  <a:chOff x="4275677" y="3065525"/>
                  <a:chExt cx="334517" cy="144303"/>
                </a:xfrm>
              </p:grpSpPr>
              <p:sp>
                <p:nvSpPr>
                  <p:cNvPr id="1276" name="Google Shape;1276;p38"/>
                  <p:cNvSpPr/>
                  <p:nvPr/>
                </p:nvSpPr>
                <p:spPr>
                  <a:xfrm>
                    <a:off x="4275677" y="3095910"/>
                    <a:ext cx="334422" cy="113918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34422" h="113918" extrusionOk="0">
                        <a:moveTo>
                          <a:pt x="95" y="0"/>
                        </a:moveTo>
                        <a:lnTo>
                          <a:pt x="95" y="83534"/>
                        </a:lnTo>
                        <a:cubicBezTo>
                          <a:pt x="95" y="100298"/>
                          <a:pt x="74962" y="113919"/>
                          <a:pt x="167259" y="113919"/>
                        </a:cubicBezTo>
                        <a:cubicBezTo>
                          <a:pt x="259556" y="113919"/>
                          <a:pt x="334423" y="100298"/>
                          <a:pt x="334423" y="83534"/>
                        </a:cubicBezTo>
                        <a:lnTo>
                          <a:pt x="334423" y="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solidFill>
                    <a:srgbClr val="CFD3D9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 dirty="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77" name="Google Shape;1277;p38"/>
                  <p:cNvSpPr/>
                  <p:nvPr/>
                </p:nvSpPr>
                <p:spPr>
                  <a:xfrm>
                    <a:off x="4275867" y="3065525"/>
                    <a:ext cx="334327" cy="6076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34327" h="60769" extrusionOk="0">
                        <a:moveTo>
                          <a:pt x="334328" y="30385"/>
                        </a:moveTo>
                        <a:cubicBezTo>
                          <a:pt x="334328" y="47149"/>
                          <a:pt x="259461" y="60770"/>
                          <a:pt x="167164" y="60770"/>
                        </a:cubicBezTo>
                        <a:cubicBezTo>
                          <a:pt x="74866" y="60770"/>
                          <a:pt x="0" y="47149"/>
                          <a:pt x="0" y="30385"/>
                        </a:cubicBezTo>
                        <a:cubicBezTo>
                          <a:pt x="0" y="13621"/>
                          <a:pt x="74866" y="0"/>
                          <a:pt x="167164" y="0"/>
                        </a:cubicBezTo>
                        <a:cubicBezTo>
                          <a:pt x="259461" y="0"/>
                          <a:pt x="334328" y="13621"/>
                          <a:pt x="334328" y="30385"/>
                        </a:cubicBezTo>
                        <a:close/>
                      </a:path>
                    </a:pathLst>
                  </a:custGeom>
                  <a:solidFill>
                    <a:srgbClr val="E6EAF0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 dirty="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</p:grpSp>
          <p:sp>
            <p:nvSpPr>
              <p:cNvPr id="1278" name="Google Shape;1278;p38"/>
              <p:cNvSpPr/>
              <p:nvPr/>
            </p:nvSpPr>
            <p:spPr>
              <a:xfrm>
                <a:off x="4529994" y="3140487"/>
                <a:ext cx="38100" cy="38100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38100" extrusionOk="0">
                    <a:moveTo>
                      <a:pt x="38100" y="19050"/>
                    </a:moveTo>
                    <a:cubicBezTo>
                      <a:pt x="38100" y="29623"/>
                      <a:pt x="29528" y="38100"/>
                      <a:pt x="19050" y="38100"/>
                    </a:cubicBezTo>
                    <a:cubicBezTo>
                      <a:pt x="8572" y="38100"/>
                      <a:pt x="0" y="29528"/>
                      <a:pt x="0" y="19050"/>
                    </a:cubicBezTo>
                    <a:cubicBezTo>
                      <a:pt x="0" y="8572"/>
                      <a:pt x="8572" y="0"/>
                      <a:pt x="19050" y="0"/>
                    </a:cubicBezTo>
                    <a:cubicBezTo>
                      <a:pt x="29528" y="0"/>
                      <a:pt x="38100" y="8572"/>
                      <a:pt x="38100" y="19050"/>
                    </a:cubicBezTo>
                    <a:close/>
                  </a:path>
                </a:pathLst>
              </a:custGeom>
              <a:solidFill>
                <a:srgbClr val="55C0ED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279" name="Google Shape;1279;p38"/>
              <p:cNvSpPr/>
              <p:nvPr/>
            </p:nvSpPr>
            <p:spPr>
              <a:xfrm>
                <a:off x="4529994" y="3256216"/>
                <a:ext cx="38100" cy="38100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38100" extrusionOk="0">
                    <a:moveTo>
                      <a:pt x="38100" y="19050"/>
                    </a:moveTo>
                    <a:cubicBezTo>
                      <a:pt x="38100" y="29623"/>
                      <a:pt x="29528" y="38100"/>
                      <a:pt x="19050" y="38100"/>
                    </a:cubicBezTo>
                    <a:cubicBezTo>
                      <a:pt x="8572" y="38100"/>
                      <a:pt x="0" y="29528"/>
                      <a:pt x="0" y="19050"/>
                    </a:cubicBezTo>
                    <a:cubicBezTo>
                      <a:pt x="0" y="8573"/>
                      <a:pt x="8572" y="0"/>
                      <a:pt x="19050" y="0"/>
                    </a:cubicBezTo>
                    <a:cubicBezTo>
                      <a:pt x="29528" y="0"/>
                      <a:pt x="38100" y="8573"/>
                      <a:pt x="38100" y="19050"/>
                    </a:cubicBezTo>
                    <a:close/>
                  </a:path>
                </a:pathLst>
              </a:custGeom>
              <a:solidFill>
                <a:srgbClr val="E6EAF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280" name="Google Shape;1280;p38"/>
              <p:cNvSpPr/>
              <p:nvPr/>
            </p:nvSpPr>
            <p:spPr>
              <a:xfrm>
                <a:off x="4529994" y="3377088"/>
                <a:ext cx="38100" cy="38100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38100" extrusionOk="0">
                    <a:moveTo>
                      <a:pt x="38100" y="19050"/>
                    </a:moveTo>
                    <a:cubicBezTo>
                      <a:pt x="38100" y="29623"/>
                      <a:pt x="29528" y="38100"/>
                      <a:pt x="19050" y="38100"/>
                    </a:cubicBezTo>
                    <a:cubicBezTo>
                      <a:pt x="8572" y="38100"/>
                      <a:pt x="0" y="29528"/>
                      <a:pt x="0" y="19050"/>
                    </a:cubicBezTo>
                    <a:cubicBezTo>
                      <a:pt x="0" y="8573"/>
                      <a:pt x="8572" y="0"/>
                      <a:pt x="19050" y="0"/>
                    </a:cubicBezTo>
                    <a:cubicBezTo>
                      <a:pt x="29528" y="0"/>
                      <a:pt x="38100" y="8573"/>
                      <a:pt x="38100" y="19050"/>
                    </a:cubicBezTo>
                    <a:close/>
                  </a:path>
                </a:pathLst>
              </a:custGeom>
              <a:solidFill>
                <a:srgbClr val="E6EAF0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1281" name="Google Shape;1281;p38"/>
          <p:cNvGrpSpPr/>
          <p:nvPr/>
        </p:nvGrpSpPr>
        <p:grpSpPr>
          <a:xfrm>
            <a:off x="8377144" y="1093568"/>
            <a:ext cx="33124" cy="442802"/>
            <a:chOff x="10809827" y="4402455"/>
            <a:chExt cx="24764" cy="330993"/>
          </a:xfrm>
        </p:grpSpPr>
        <p:sp>
          <p:nvSpPr>
            <p:cNvPr id="1282" name="Google Shape;1282;p38"/>
            <p:cNvSpPr/>
            <p:nvPr/>
          </p:nvSpPr>
          <p:spPr>
            <a:xfrm>
              <a:off x="10822209" y="4414266"/>
              <a:ext cx="9525" cy="307467"/>
            </a:xfrm>
            <a:custGeom>
              <a:avLst/>
              <a:gdLst/>
              <a:ahLst/>
              <a:cxnLst/>
              <a:rect l="l" t="t" r="r" b="b"/>
              <a:pathLst>
                <a:path w="9525" h="307467" extrusionOk="0">
                  <a:moveTo>
                    <a:pt x="-1" y="307467"/>
                  </a:moveTo>
                  <a:lnTo>
                    <a:pt x="-1" y="0"/>
                  </a:lnTo>
                </a:path>
              </a:pathLst>
            </a:custGeom>
            <a:solidFill>
              <a:schemeClr val="accent4"/>
            </a:solidFill>
            <a:ln w="10950" cap="flat" cmpd="sng">
              <a:solidFill>
                <a:schemeClr val="accent4"/>
              </a:solidFill>
              <a:prstDash val="dashDot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83" name="Google Shape;1283;p38"/>
            <p:cNvSpPr/>
            <p:nvPr/>
          </p:nvSpPr>
          <p:spPr>
            <a:xfrm>
              <a:off x="10809827" y="4708683"/>
              <a:ext cx="24764" cy="24765"/>
            </a:xfrm>
            <a:custGeom>
              <a:avLst/>
              <a:gdLst/>
              <a:ahLst/>
              <a:cxnLst/>
              <a:rect l="l" t="t" r="r" b="b"/>
              <a:pathLst>
                <a:path w="24764" h="24765" extrusionOk="0">
                  <a:moveTo>
                    <a:pt x="24765" y="12382"/>
                  </a:moveTo>
                  <a:cubicBezTo>
                    <a:pt x="24765" y="19240"/>
                    <a:pt x="19241" y="24765"/>
                    <a:pt x="12382" y="24765"/>
                  </a:cubicBezTo>
                  <a:cubicBezTo>
                    <a:pt x="5524" y="24765"/>
                    <a:pt x="0" y="19240"/>
                    <a:pt x="0" y="12382"/>
                  </a:cubicBezTo>
                  <a:cubicBezTo>
                    <a:pt x="0" y="5524"/>
                    <a:pt x="5524" y="0"/>
                    <a:pt x="12382" y="0"/>
                  </a:cubicBezTo>
                  <a:cubicBezTo>
                    <a:pt x="19241" y="0"/>
                    <a:pt x="24765" y="5524"/>
                    <a:pt x="24765" y="12382"/>
                  </a:cubicBezTo>
                  <a:close/>
                </a:path>
              </a:pathLst>
            </a:custGeom>
            <a:solidFill>
              <a:schemeClr val="accent4"/>
            </a:solidFill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84" name="Google Shape;1284;p38"/>
            <p:cNvSpPr/>
            <p:nvPr/>
          </p:nvSpPr>
          <p:spPr>
            <a:xfrm>
              <a:off x="10809827" y="4402455"/>
              <a:ext cx="24764" cy="24764"/>
            </a:xfrm>
            <a:custGeom>
              <a:avLst/>
              <a:gdLst/>
              <a:ahLst/>
              <a:cxnLst/>
              <a:rect l="l" t="t" r="r" b="b"/>
              <a:pathLst>
                <a:path w="24764" h="24764" extrusionOk="0">
                  <a:moveTo>
                    <a:pt x="24765" y="12382"/>
                  </a:moveTo>
                  <a:cubicBezTo>
                    <a:pt x="24765" y="5524"/>
                    <a:pt x="19241" y="0"/>
                    <a:pt x="12382" y="0"/>
                  </a:cubicBezTo>
                  <a:cubicBezTo>
                    <a:pt x="5524" y="0"/>
                    <a:pt x="0" y="5524"/>
                    <a:pt x="0" y="12382"/>
                  </a:cubicBezTo>
                  <a:cubicBezTo>
                    <a:pt x="0" y="19240"/>
                    <a:pt x="5524" y="24765"/>
                    <a:pt x="12382" y="24765"/>
                  </a:cubicBezTo>
                  <a:cubicBezTo>
                    <a:pt x="19241" y="24765"/>
                    <a:pt x="24765" y="19240"/>
                    <a:pt x="24765" y="12382"/>
                  </a:cubicBezTo>
                  <a:close/>
                </a:path>
              </a:pathLst>
            </a:custGeom>
            <a:solidFill>
              <a:schemeClr val="accent4"/>
            </a:solidFill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285" name="Google Shape;1285;p38"/>
          <p:cNvGrpSpPr/>
          <p:nvPr/>
        </p:nvGrpSpPr>
        <p:grpSpPr>
          <a:xfrm rot="-5400000">
            <a:off x="8079918" y="1536387"/>
            <a:ext cx="18197" cy="243247"/>
            <a:chOff x="10809827" y="4402455"/>
            <a:chExt cx="24764" cy="330993"/>
          </a:xfrm>
        </p:grpSpPr>
        <p:sp>
          <p:nvSpPr>
            <p:cNvPr id="1286" name="Google Shape;1286;p38"/>
            <p:cNvSpPr/>
            <p:nvPr/>
          </p:nvSpPr>
          <p:spPr>
            <a:xfrm>
              <a:off x="10822209" y="4414266"/>
              <a:ext cx="9525" cy="307467"/>
            </a:xfrm>
            <a:custGeom>
              <a:avLst/>
              <a:gdLst/>
              <a:ahLst/>
              <a:cxnLst/>
              <a:rect l="l" t="t" r="r" b="b"/>
              <a:pathLst>
                <a:path w="9525" h="307467" extrusionOk="0">
                  <a:moveTo>
                    <a:pt x="-1" y="307467"/>
                  </a:moveTo>
                  <a:lnTo>
                    <a:pt x="-1" y="0"/>
                  </a:lnTo>
                </a:path>
              </a:pathLst>
            </a:custGeom>
            <a:solidFill>
              <a:schemeClr val="accent4"/>
            </a:solidFill>
            <a:ln w="10950" cap="flat" cmpd="sng">
              <a:solidFill>
                <a:schemeClr val="accent4"/>
              </a:solidFill>
              <a:prstDash val="dashDot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87" name="Google Shape;1287;p38"/>
            <p:cNvSpPr/>
            <p:nvPr/>
          </p:nvSpPr>
          <p:spPr>
            <a:xfrm>
              <a:off x="10809827" y="4708683"/>
              <a:ext cx="24764" cy="24765"/>
            </a:xfrm>
            <a:custGeom>
              <a:avLst/>
              <a:gdLst/>
              <a:ahLst/>
              <a:cxnLst/>
              <a:rect l="l" t="t" r="r" b="b"/>
              <a:pathLst>
                <a:path w="24764" h="24765" extrusionOk="0">
                  <a:moveTo>
                    <a:pt x="24765" y="12382"/>
                  </a:moveTo>
                  <a:cubicBezTo>
                    <a:pt x="24765" y="19240"/>
                    <a:pt x="19241" y="24765"/>
                    <a:pt x="12382" y="24765"/>
                  </a:cubicBezTo>
                  <a:cubicBezTo>
                    <a:pt x="5524" y="24765"/>
                    <a:pt x="0" y="19240"/>
                    <a:pt x="0" y="12382"/>
                  </a:cubicBezTo>
                  <a:cubicBezTo>
                    <a:pt x="0" y="5524"/>
                    <a:pt x="5524" y="0"/>
                    <a:pt x="12382" y="0"/>
                  </a:cubicBezTo>
                  <a:cubicBezTo>
                    <a:pt x="19241" y="0"/>
                    <a:pt x="24765" y="5524"/>
                    <a:pt x="24765" y="12382"/>
                  </a:cubicBezTo>
                  <a:close/>
                </a:path>
              </a:pathLst>
            </a:custGeom>
            <a:solidFill>
              <a:schemeClr val="accent4"/>
            </a:solidFill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88" name="Google Shape;1288;p38"/>
            <p:cNvSpPr/>
            <p:nvPr/>
          </p:nvSpPr>
          <p:spPr>
            <a:xfrm>
              <a:off x="10809827" y="4402455"/>
              <a:ext cx="24764" cy="24764"/>
            </a:xfrm>
            <a:custGeom>
              <a:avLst/>
              <a:gdLst/>
              <a:ahLst/>
              <a:cxnLst/>
              <a:rect l="l" t="t" r="r" b="b"/>
              <a:pathLst>
                <a:path w="24764" h="24764" extrusionOk="0">
                  <a:moveTo>
                    <a:pt x="24765" y="12382"/>
                  </a:moveTo>
                  <a:cubicBezTo>
                    <a:pt x="24765" y="5524"/>
                    <a:pt x="19241" y="0"/>
                    <a:pt x="12382" y="0"/>
                  </a:cubicBezTo>
                  <a:cubicBezTo>
                    <a:pt x="5524" y="0"/>
                    <a:pt x="0" y="5524"/>
                    <a:pt x="0" y="12382"/>
                  </a:cubicBezTo>
                  <a:cubicBezTo>
                    <a:pt x="0" y="19240"/>
                    <a:pt x="5524" y="24765"/>
                    <a:pt x="12382" y="24765"/>
                  </a:cubicBezTo>
                  <a:cubicBezTo>
                    <a:pt x="19241" y="24765"/>
                    <a:pt x="24765" y="19240"/>
                    <a:pt x="24765" y="12382"/>
                  </a:cubicBezTo>
                  <a:close/>
                </a:path>
              </a:pathLst>
            </a:custGeom>
            <a:solidFill>
              <a:schemeClr val="accent4"/>
            </a:solidFill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cxnSp>
        <p:nvCxnSpPr>
          <p:cNvPr id="1289" name="Google Shape;1289;p38"/>
          <p:cNvCxnSpPr>
            <a:stCxn id="1175" idx="0"/>
            <a:endCxn id="1176" idx="0"/>
          </p:cNvCxnSpPr>
          <p:nvPr/>
        </p:nvCxnSpPr>
        <p:spPr>
          <a:xfrm rot="-5400000" flipH="1">
            <a:off x="4578618" y="-3176937"/>
            <a:ext cx="600" cy="7629300"/>
          </a:xfrm>
          <a:prstGeom prst="bentConnector3">
            <a:avLst>
              <a:gd name="adj1" fmla="val -73522917"/>
            </a:avLst>
          </a:prstGeom>
          <a:noFill/>
          <a:ln w="19050" cap="flat" cmpd="sng">
            <a:solidFill>
              <a:schemeClr val="accent4"/>
            </a:solidFill>
            <a:prstDash val="dashDot"/>
            <a:round/>
            <a:headEnd type="oval" w="med" len="med"/>
            <a:tailEnd type="oval" w="med" len="med"/>
          </a:ln>
        </p:spPr>
      </p:cxn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96" name="Google Shape;1296;p39"/>
          <p:cNvGrpSpPr/>
          <p:nvPr/>
        </p:nvGrpSpPr>
        <p:grpSpPr>
          <a:xfrm>
            <a:off x="254436" y="628824"/>
            <a:ext cx="917374" cy="683570"/>
            <a:chOff x="1914620" y="1930431"/>
            <a:chExt cx="572929" cy="426911"/>
          </a:xfrm>
        </p:grpSpPr>
        <p:grpSp>
          <p:nvGrpSpPr>
            <p:cNvPr id="1297" name="Google Shape;1297;p39"/>
            <p:cNvGrpSpPr/>
            <p:nvPr/>
          </p:nvGrpSpPr>
          <p:grpSpPr>
            <a:xfrm>
              <a:off x="1914620" y="1930431"/>
              <a:ext cx="572929" cy="426911"/>
              <a:chOff x="1914620" y="1930431"/>
              <a:chExt cx="572929" cy="426911"/>
            </a:xfrm>
          </p:grpSpPr>
          <p:sp>
            <p:nvSpPr>
              <p:cNvPr id="1298" name="Google Shape;1298;p39"/>
              <p:cNvSpPr/>
              <p:nvPr/>
            </p:nvSpPr>
            <p:spPr>
              <a:xfrm>
                <a:off x="2042160" y="1930431"/>
                <a:ext cx="445389" cy="299466"/>
              </a:xfrm>
              <a:custGeom>
                <a:avLst/>
                <a:gdLst/>
                <a:ahLst/>
                <a:cxnLst/>
                <a:rect l="l" t="t" r="r" b="b"/>
                <a:pathLst>
                  <a:path w="445389" h="299466" extrusionOk="0">
                    <a:moveTo>
                      <a:pt x="139065" y="7620"/>
                    </a:moveTo>
                    <a:lnTo>
                      <a:pt x="173355" y="41910"/>
                    </a:lnTo>
                    <a:cubicBezTo>
                      <a:pt x="178308" y="46863"/>
                      <a:pt x="185071" y="49721"/>
                      <a:pt x="192119" y="49721"/>
                    </a:cubicBezTo>
                    <a:lnTo>
                      <a:pt x="418910" y="49721"/>
                    </a:lnTo>
                    <a:cubicBezTo>
                      <a:pt x="433578" y="49721"/>
                      <a:pt x="445389" y="61627"/>
                      <a:pt x="445389" y="76200"/>
                    </a:cubicBezTo>
                    <a:lnTo>
                      <a:pt x="445389" y="272987"/>
                    </a:lnTo>
                    <a:cubicBezTo>
                      <a:pt x="445389" y="287655"/>
                      <a:pt x="433483" y="299466"/>
                      <a:pt x="418910" y="299466"/>
                    </a:cubicBezTo>
                    <a:lnTo>
                      <a:pt x="26479" y="299466"/>
                    </a:lnTo>
                    <a:cubicBezTo>
                      <a:pt x="11811" y="299466"/>
                      <a:pt x="0" y="287560"/>
                      <a:pt x="0" y="272987"/>
                    </a:cubicBezTo>
                    <a:lnTo>
                      <a:pt x="0" y="26479"/>
                    </a:lnTo>
                    <a:cubicBezTo>
                      <a:pt x="0" y="11811"/>
                      <a:pt x="11906" y="0"/>
                      <a:pt x="26479" y="0"/>
                    </a:cubicBezTo>
                    <a:lnTo>
                      <a:pt x="120396" y="0"/>
                    </a:lnTo>
                    <a:cubicBezTo>
                      <a:pt x="127444" y="0"/>
                      <a:pt x="134207" y="2762"/>
                      <a:pt x="139160" y="7715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299" name="Google Shape;1299;p39"/>
              <p:cNvSpPr/>
              <p:nvPr/>
            </p:nvSpPr>
            <p:spPr>
              <a:xfrm>
                <a:off x="1978342" y="1994058"/>
                <a:ext cx="445389" cy="299465"/>
              </a:xfrm>
              <a:custGeom>
                <a:avLst/>
                <a:gdLst/>
                <a:ahLst/>
                <a:cxnLst/>
                <a:rect l="l" t="t" r="r" b="b"/>
                <a:pathLst>
                  <a:path w="445389" h="299465" extrusionOk="0">
                    <a:moveTo>
                      <a:pt x="139065" y="7715"/>
                    </a:moveTo>
                    <a:lnTo>
                      <a:pt x="173355" y="42005"/>
                    </a:lnTo>
                    <a:cubicBezTo>
                      <a:pt x="178308" y="46958"/>
                      <a:pt x="185071" y="49721"/>
                      <a:pt x="192119" y="49721"/>
                    </a:cubicBezTo>
                    <a:lnTo>
                      <a:pt x="418909" y="49721"/>
                    </a:lnTo>
                    <a:cubicBezTo>
                      <a:pt x="433578" y="49721"/>
                      <a:pt x="445389" y="61627"/>
                      <a:pt x="445389" y="76200"/>
                    </a:cubicBezTo>
                    <a:lnTo>
                      <a:pt x="445389" y="272986"/>
                    </a:lnTo>
                    <a:cubicBezTo>
                      <a:pt x="445389" y="287655"/>
                      <a:pt x="433483" y="299466"/>
                      <a:pt x="418909" y="299466"/>
                    </a:cubicBezTo>
                    <a:lnTo>
                      <a:pt x="26480" y="299466"/>
                    </a:lnTo>
                    <a:cubicBezTo>
                      <a:pt x="11811" y="299466"/>
                      <a:pt x="0" y="287560"/>
                      <a:pt x="0" y="272986"/>
                    </a:cubicBezTo>
                    <a:lnTo>
                      <a:pt x="0" y="26479"/>
                    </a:lnTo>
                    <a:cubicBezTo>
                      <a:pt x="0" y="11811"/>
                      <a:pt x="11906" y="0"/>
                      <a:pt x="26480" y="0"/>
                    </a:cubicBezTo>
                    <a:lnTo>
                      <a:pt x="120396" y="0"/>
                    </a:lnTo>
                    <a:cubicBezTo>
                      <a:pt x="127445" y="0"/>
                      <a:pt x="134207" y="2762"/>
                      <a:pt x="139160" y="7715"/>
                    </a:cubicBez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300" name="Google Shape;1300;p39"/>
              <p:cNvSpPr/>
              <p:nvPr/>
            </p:nvSpPr>
            <p:spPr>
              <a:xfrm>
                <a:off x="1914620" y="2057876"/>
                <a:ext cx="445389" cy="299466"/>
              </a:xfrm>
              <a:custGeom>
                <a:avLst/>
                <a:gdLst/>
                <a:ahLst/>
                <a:cxnLst/>
                <a:rect l="l" t="t" r="r" b="b"/>
                <a:pathLst>
                  <a:path w="445389" h="299466" extrusionOk="0">
                    <a:moveTo>
                      <a:pt x="139065" y="7715"/>
                    </a:moveTo>
                    <a:lnTo>
                      <a:pt x="173355" y="42005"/>
                    </a:lnTo>
                    <a:cubicBezTo>
                      <a:pt x="178308" y="46958"/>
                      <a:pt x="185071" y="49721"/>
                      <a:pt x="192119" y="49721"/>
                    </a:cubicBezTo>
                    <a:lnTo>
                      <a:pt x="418909" y="49721"/>
                    </a:lnTo>
                    <a:cubicBezTo>
                      <a:pt x="433578" y="49721"/>
                      <a:pt x="445389" y="61627"/>
                      <a:pt x="445389" y="76200"/>
                    </a:cubicBezTo>
                    <a:lnTo>
                      <a:pt x="445389" y="272987"/>
                    </a:lnTo>
                    <a:cubicBezTo>
                      <a:pt x="445389" y="287655"/>
                      <a:pt x="433483" y="299466"/>
                      <a:pt x="418909" y="299466"/>
                    </a:cubicBezTo>
                    <a:lnTo>
                      <a:pt x="26479" y="299466"/>
                    </a:lnTo>
                    <a:cubicBezTo>
                      <a:pt x="11811" y="299466"/>
                      <a:pt x="0" y="287560"/>
                      <a:pt x="0" y="272987"/>
                    </a:cubicBezTo>
                    <a:lnTo>
                      <a:pt x="0" y="26479"/>
                    </a:lnTo>
                    <a:cubicBezTo>
                      <a:pt x="0" y="11811"/>
                      <a:pt x="11906" y="0"/>
                      <a:pt x="26479" y="0"/>
                    </a:cubicBezTo>
                    <a:lnTo>
                      <a:pt x="120396" y="0"/>
                    </a:lnTo>
                    <a:cubicBezTo>
                      <a:pt x="127444" y="0"/>
                      <a:pt x="134207" y="2762"/>
                      <a:pt x="139160" y="7715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sp>
          <p:nvSpPr>
            <p:cNvPr id="1301" name="Google Shape;1301;p39"/>
            <p:cNvSpPr/>
            <p:nvPr/>
          </p:nvSpPr>
          <p:spPr>
            <a:xfrm>
              <a:off x="2024157" y="2180272"/>
              <a:ext cx="222980" cy="101917"/>
            </a:xfrm>
            <a:custGeom>
              <a:avLst/>
              <a:gdLst/>
              <a:ahLst/>
              <a:cxnLst/>
              <a:rect l="l" t="t" r="r" b="b"/>
              <a:pathLst>
                <a:path w="222980" h="101917" extrusionOk="0">
                  <a:moveTo>
                    <a:pt x="25051" y="45529"/>
                  </a:moveTo>
                  <a:lnTo>
                    <a:pt x="0" y="45529"/>
                  </a:lnTo>
                  <a:lnTo>
                    <a:pt x="0" y="56388"/>
                  </a:lnTo>
                  <a:lnTo>
                    <a:pt x="25051" y="56388"/>
                  </a:lnTo>
                  <a:lnTo>
                    <a:pt x="25051" y="45529"/>
                  </a:lnTo>
                  <a:close/>
                  <a:moveTo>
                    <a:pt x="115538" y="79153"/>
                  </a:moveTo>
                  <a:lnTo>
                    <a:pt x="184023" y="79153"/>
                  </a:lnTo>
                  <a:lnTo>
                    <a:pt x="184023" y="68294"/>
                  </a:lnTo>
                  <a:lnTo>
                    <a:pt x="115538" y="68294"/>
                  </a:lnTo>
                  <a:lnTo>
                    <a:pt x="115538" y="79153"/>
                  </a:lnTo>
                  <a:close/>
                  <a:moveTo>
                    <a:pt x="32766" y="56388"/>
                  </a:moveTo>
                  <a:lnTo>
                    <a:pt x="129730" y="56388"/>
                  </a:lnTo>
                  <a:lnTo>
                    <a:pt x="129730" y="45529"/>
                  </a:lnTo>
                  <a:lnTo>
                    <a:pt x="32766" y="45529"/>
                  </a:lnTo>
                  <a:lnTo>
                    <a:pt x="32766" y="56388"/>
                  </a:lnTo>
                  <a:close/>
                  <a:moveTo>
                    <a:pt x="184023" y="0"/>
                  </a:moveTo>
                  <a:lnTo>
                    <a:pt x="23908" y="0"/>
                  </a:lnTo>
                  <a:lnTo>
                    <a:pt x="23908" y="10858"/>
                  </a:lnTo>
                  <a:lnTo>
                    <a:pt x="184023" y="10858"/>
                  </a:lnTo>
                  <a:lnTo>
                    <a:pt x="184023" y="0"/>
                  </a:lnTo>
                  <a:close/>
                  <a:moveTo>
                    <a:pt x="47815" y="22765"/>
                  </a:moveTo>
                  <a:lnTo>
                    <a:pt x="0" y="22765"/>
                  </a:lnTo>
                  <a:lnTo>
                    <a:pt x="0" y="33623"/>
                  </a:lnTo>
                  <a:lnTo>
                    <a:pt x="47815" y="33623"/>
                  </a:lnTo>
                  <a:lnTo>
                    <a:pt x="47815" y="22765"/>
                  </a:lnTo>
                  <a:close/>
                  <a:moveTo>
                    <a:pt x="102584" y="68294"/>
                  </a:moveTo>
                  <a:lnTo>
                    <a:pt x="0" y="68294"/>
                  </a:lnTo>
                  <a:lnTo>
                    <a:pt x="0" y="79153"/>
                  </a:lnTo>
                  <a:lnTo>
                    <a:pt x="102584" y="79153"/>
                  </a:lnTo>
                  <a:lnTo>
                    <a:pt x="102584" y="68294"/>
                  </a:lnTo>
                  <a:close/>
                  <a:moveTo>
                    <a:pt x="146875" y="101918"/>
                  </a:moveTo>
                  <a:lnTo>
                    <a:pt x="195644" y="101918"/>
                  </a:lnTo>
                  <a:lnTo>
                    <a:pt x="195644" y="91059"/>
                  </a:lnTo>
                  <a:lnTo>
                    <a:pt x="146875" y="91059"/>
                  </a:lnTo>
                  <a:lnTo>
                    <a:pt x="146875" y="101918"/>
                  </a:lnTo>
                  <a:close/>
                  <a:moveTo>
                    <a:pt x="0" y="101918"/>
                  </a:moveTo>
                  <a:lnTo>
                    <a:pt x="62198" y="101918"/>
                  </a:lnTo>
                  <a:lnTo>
                    <a:pt x="62198" y="91059"/>
                  </a:lnTo>
                  <a:lnTo>
                    <a:pt x="0" y="91059"/>
                  </a:lnTo>
                  <a:lnTo>
                    <a:pt x="0" y="101918"/>
                  </a:lnTo>
                  <a:close/>
                  <a:moveTo>
                    <a:pt x="60769" y="33623"/>
                  </a:moveTo>
                  <a:lnTo>
                    <a:pt x="222980" y="33623"/>
                  </a:lnTo>
                  <a:lnTo>
                    <a:pt x="222980" y="22765"/>
                  </a:lnTo>
                  <a:lnTo>
                    <a:pt x="60769" y="22765"/>
                  </a:lnTo>
                  <a:lnTo>
                    <a:pt x="60769" y="33623"/>
                  </a:lnTo>
                  <a:close/>
                  <a:moveTo>
                    <a:pt x="190500" y="0"/>
                  </a:moveTo>
                  <a:lnTo>
                    <a:pt x="190500" y="10858"/>
                  </a:lnTo>
                  <a:lnTo>
                    <a:pt x="222980" y="10858"/>
                  </a:lnTo>
                  <a:lnTo>
                    <a:pt x="222980" y="0"/>
                  </a:lnTo>
                  <a:lnTo>
                    <a:pt x="190500" y="0"/>
                  </a:lnTo>
                  <a:close/>
                  <a:moveTo>
                    <a:pt x="137350" y="56388"/>
                  </a:moveTo>
                  <a:lnTo>
                    <a:pt x="222980" y="56388"/>
                  </a:lnTo>
                  <a:lnTo>
                    <a:pt x="222980" y="45529"/>
                  </a:lnTo>
                  <a:lnTo>
                    <a:pt x="137350" y="45529"/>
                  </a:lnTo>
                  <a:lnTo>
                    <a:pt x="137350" y="56388"/>
                  </a:lnTo>
                  <a:close/>
                  <a:moveTo>
                    <a:pt x="196882" y="79153"/>
                  </a:moveTo>
                  <a:lnTo>
                    <a:pt x="222885" y="79153"/>
                  </a:lnTo>
                  <a:lnTo>
                    <a:pt x="222885" y="68294"/>
                  </a:lnTo>
                  <a:lnTo>
                    <a:pt x="196882" y="68294"/>
                  </a:lnTo>
                  <a:lnTo>
                    <a:pt x="196882" y="79153"/>
                  </a:lnTo>
                  <a:close/>
                  <a:moveTo>
                    <a:pt x="75057" y="101918"/>
                  </a:moveTo>
                  <a:lnTo>
                    <a:pt x="139065" y="101918"/>
                  </a:lnTo>
                  <a:lnTo>
                    <a:pt x="139065" y="91059"/>
                  </a:lnTo>
                  <a:lnTo>
                    <a:pt x="75057" y="91059"/>
                  </a:lnTo>
                  <a:lnTo>
                    <a:pt x="75057" y="101918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2" name="Google Shape;1489;p48">
            <a:extLst>
              <a:ext uri="{FF2B5EF4-FFF2-40B4-BE49-F238E27FC236}">
                <a16:creationId xmlns:a16="http://schemas.microsoft.com/office/drawing/2014/main" id="{9D47F7DC-6ADF-4938-A833-129C499C310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0" y="1679085"/>
            <a:ext cx="9144000" cy="2059025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6600" dirty="0"/>
              <a:t>Köszönjük a figyelmet</a:t>
            </a:r>
            <a:r>
              <a:rPr lang="en" sz="6600" dirty="0"/>
              <a:t>!</a:t>
            </a:r>
            <a:endParaRPr sz="6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ultimedia Software Pitch Deck by Slidesgo">
  <a:themeElements>
    <a:clrScheme name="Simple Light">
      <a:dk1>
        <a:srgbClr val="35363B"/>
      </a:dk1>
      <a:lt1>
        <a:srgbClr val="F3F3F3"/>
      </a:lt1>
      <a:dk2>
        <a:srgbClr val="D9DDE3"/>
      </a:dk2>
      <a:lt2>
        <a:srgbClr val="BA0034"/>
      </a:lt2>
      <a:accent1>
        <a:srgbClr val="F8B85E"/>
      </a:accent1>
      <a:accent2>
        <a:srgbClr val="34909D"/>
      </a:accent2>
      <a:accent3>
        <a:srgbClr val="55C0ED"/>
      </a:accent3>
      <a:accent4>
        <a:srgbClr val="6F7082"/>
      </a:accent4>
      <a:accent5>
        <a:srgbClr val="CED0D6"/>
      </a:accent5>
      <a:accent6>
        <a:srgbClr val="42444F"/>
      </a:accent6>
      <a:hlink>
        <a:srgbClr val="35363B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803</TotalTime>
  <Words>473</Words>
  <Application>Microsoft Office PowerPoint</Application>
  <PresentationFormat>Diavetítés a képernyőre (16:9 oldalarány)</PresentationFormat>
  <Paragraphs>68</Paragraphs>
  <Slides>16</Slides>
  <Notes>16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7</vt:i4>
      </vt:variant>
      <vt:variant>
        <vt:lpstr>Téma</vt:lpstr>
      </vt:variant>
      <vt:variant>
        <vt:i4>1</vt:i4>
      </vt:variant>
      <vt:variant>
        <vt:lpstr>Diacímek</vt:lpstr>
      </vt:variant>
      <vt:variant>
        <vt:i4>16</vt:i4>
      </vt:variant>
    </vt:vector>
  </HeadingPairs>
  <TitlesOfParts>
    <vt:vector size="24" baseType="lpstr">
      <vt:lpstr>Raleway</vt:lpstr>
      <vt:lpstr>Calibri</vt:lpstr>
      <vt:lpstr>Nunito Light</vt:lpstr>
      <vt:lpstr>Arial</vt:lpstr>
      <vt:lpstr>PT Sans</vt:lpstr>
      <vt:lpstr>Lato</vt:lpstr>
      <vt:lpstr>Epilogue</vt:lpstr>
      <vt:lpstr>Multimedia Software Pitch Deck by Slidesgo</vt:lpstr>
      <vt:lpstr>DÖKNet</vt:lpstr>
      <vt:lpstr>A DÖKNet célja </vt:lpstr>
      <vt:lpstr>Használt technológiák</vt:lpstr>
      <vt:lpstr>Főbb funkciók</vt:lpstr>
      <vt:lpstr>Six recommendations</vt:lpstr>
      <vt:lpstr>Főbb funkciók</vt:lpstr>
      <vt:lpstr>Naptár</vt:lpstr>
      <vt:lpstr>Galéria</vt:lpstr>
      <vt:lpstr>Hírszerkesztő</vt:lpstr>
      <vt:lpstr>Szavazás</vt:lpstr>
      <vt:lpstr>Chat</vt:lpstr>
      <vt:lpstr>Adatbázis</vt:lpstr>
      <vt:lpstr>Design</vt:lpstr>
      <vt:lpstr>Tervezett fejlesztések</vt:lpstr>
      <vt:lpstr>Összegzés</vt:lpstr>
      <vt:lpstr>Köszönjük a figyelmet!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Multimedia Software Pitch Deck</dc:title>
  <dc:creator>Keint</dc:creator>
  <cp:lastModifiedBy>Keint</cp:lastModifiedBy>
  <cp:revision>35</cp:revision>
  <dcterms:modified xsi:type="dcterms:W3CDTF">2026-05-07T21:37:22Z</dcterms:modified>
</cp:coreProperties>
</file>